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855F7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0E0E8"/>
                </a:solidFill>
                <a:latin typeface="Calibri"/>
              </a:defRPr>
            </a:pPr>
            <a:r>
              <a:t>Technical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AI-Powered Booking Platform for Musicians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62095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Version 0.1.0  •  Commit efd378a  •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C3AED"/>
                </a:solidFill>
                <a:latin typeface="Calibri"/>
              </a:defRPr>
            </a:pPr>
            <a:r>
              <a:t>giglift.com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12618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6276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Product summary, tech stack, and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61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618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276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Frontend, backend, database, and deployment topology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67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2677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AI Agent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633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11 autonomous AI agents and their scheduling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9456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267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2677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33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Core entities, relationships, and database schema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2735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API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3639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REST API routes and their responsibilities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735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Authentication &amp;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39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Clerk, middleware, CSP, SSRF protection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0624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19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Lead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19" y="4645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Discovery → Enrichment → Scoring → QC → Handoff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20624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2793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Social &amp; Content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645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Brand profiles, content plans, social posts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21208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2852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19" y="52852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Billing &amp; Subscriptions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19" y="5650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Stripe integration, plan tiers, feature gating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212080"/>
            <a:ext cx="539496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2852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2852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Infrastructure &amp; DevOps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650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BB"/>
                </a:solidFill>
                <a:latin typeface="Calibri"/>
              </a:defRPr>
            </a:pPr>
            <a:r>
              <a:t>Vercel, Turso, cron jobs, env configuration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01 — 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What GigLift does and how it's built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8"/>
                </a:solidFill>
                <a:latin typeface="Calibri"/>
              </a:defRPr>
            </a:pPr>
            <a:r>
              <a:t>GigLift is an AI-powered SaaS platform that helps musicians (DJs, bands, solo artists, music instructors) find gigs, manage bookings, and grow their careers — autonomously.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2377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🎯 Core Capabilities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AI-powered venue/lead discovery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Automated lead scoring &amp; enrichment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AI outreach email drafting (3 variants)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Event intake &amp; booking management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Electronic Press Kit (EPK) builder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AI flyer &amp; promo material generator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Social content planning &amp; posting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011680"/>
            <a:ext cx="3474720" cy="2377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1488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⚙️ Tech Stack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Next.js 16 (App Router) + React 19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TypeScript (strict mode)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Turso (LibSQL) — edge database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Clerk — authentication &amp; user mgmt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OpenAI GPT-4o-mini — AI engine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Stripe — billing &amp; subscriptions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Vercel — hosting &amp; cron jobs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Resend — transactional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749039" cy="2377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148840"/>
            <a:ext cx="32918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👤 User Modes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🎵 Performer — DJs, bands, solo artists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📚 Instructor — music teachers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🎙️ Studio Musician — session players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🚐 Touring Musician — road artists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Each mode tailors the UI, lead types,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  outreach tone, and search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530352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💰 Plan Tiers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Free — 5 scans/mo, 25 leads, 1 region, basic EPK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Pro ($33/mo) — 50 scans, unlimited leads, 2 regions, AI outreach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Unlimited ($79/mo) — unlimited everything, analytics, social suite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Agency ($149/mo) — 5 artist profiles, white-label, team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572000"/>
            <a:ext cx="5577840" cy="19202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7091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🔑 Key Integrations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Vercel Blob — media asset storage (images, audio, video)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Vercel Cron — scheduled agent execution (11 jobs)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Plausible Analytics — privacy-friendly web analytics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QR Code generation — for flyers and promo materials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Facebook Graph API — social media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02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Frontend, backend, database, and deployment topology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🖥️ Frontend (Client)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Next.js 16 App Router (RSC + Client)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React 19 with Server Components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Vanilla CSS (globals.css — 58KB)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Dark theme with mode-based accents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AppModeProvider context (performer,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  instructor, studio, touring)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ClerkProvider for auth UI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ErrorBoundary + ToastProvider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84048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234439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🔧 Backend (API Layer)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Next.js API Routes (Route Handlers)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15+ API route groups (60+ endpoints)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Zod schema validation on all inputs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DB-backed rate limiting (sliding window)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SSRF protection on external URL fetches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Mass-assignment protection (pickFields)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Clerk middleware for auth enforcement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Cron-secret gated agent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5661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234439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Calibri"/>
              </a:defRPr>
            </a:pPr>
            <a:r>
              <a:t>🗄️ Database (Turso/LibSQL)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Edge-hosted SQLite (Turso Cloud)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Local dev: file:data/giglift.db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12+ tables with performance indexes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User-scoped data isolation (user_id)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Paginated queries (default 200, max 1000)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Search quota tracking per user/month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Email templates with defaults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Agent run logging &amp;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40480"/>
            <a:ext cx="566928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7764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☁️ Deployment &amp; Infrastructure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Vercel (Hobby plan) — auto-deploy from GitHub main branch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11 Vercel Cron Jobs — agent execution on schedule (see vercel.json)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Turso Cloud — managed edge SQLite with auth tokens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Vercel Blob Storage — user media assets (images, audio, video)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Resend — transactional emails (100/day free tier)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Plausible — privacy-friendly analytics (no cookies)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Domain: giglift.com with HSTS preload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CSP headers: strict Content-Security-Policy in next.config.ts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Security headers: X-Frame-Options DENY, X-Content-Type-Options nosniff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57784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97764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📁 Project Structure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src/app/ — 20+ page routes (App Router)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src/app/api/ — 15 API route groups, 60+ endpoints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src/components/ — 12 shared UI components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src/lib/ — core business logic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src/lib/agent/ — AI agent implementations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src/lib/agents/ — agent scheduling &amp; run logging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src/lib/db/ — database modules (8 files)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src/hooks/ — React hooks (useAppMode)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public/ — static assets, audio samples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data/ — local SQLite databases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03 — AI 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11 autonomous agents running on scheduled cron jobs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AI Agent Fleet — Scheduled Autonomous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🔍 QA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On 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Audits routes, env vars, build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170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💸 Cost Guardian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481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Daily 5AM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Monitors API costs and usage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704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📊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4813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Daily 6AM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Snapshots MRR, users, funnel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4688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42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🚀 Growth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52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Daily 7AM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Onboarding, activation, growth tasks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4688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542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🤝 Customer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852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Daily 8AM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User health monitoring &amp; churn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4688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25420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💼 Investor Outreach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852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Weekdays 9AM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Drafts investor outreach, tracks pipeline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8404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📝 Content 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224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MWF 10AM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Generates social content &amp; blog posts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38404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🏘️ Community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224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Daily 11AM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Tracks community engagement &amp; forums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8404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3913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📸 Instagram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224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Daily 12PM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Plans and queues Instagram content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2120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285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🎓 Education Outreach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596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Weekdays 1PM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Discovers music schools, drafts outreach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5212080"/>
            <a:ext cx="3657600" cy="12344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5285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🤖 Auto-Pilot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5596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BB"/>
                </a:solidFill>
                <a:latin typeface="Calibri"/>
              </a:defRPr>
            </a:pPr>
            <a:r>
              <a:t>⏰ Daily 8AM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852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8"/>
                </a:solidFill>
                <a:latin typeface="Calibri"/>
              </a:defRPr>
            </a:pPr>
            <a:r>
              <a:t>Orchestrates multi-agent workflows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BB"/>
                </a:solidFill>
                <a:latin typeface="Calibri"/>
              </a:defRPr>
            </a:pPr>
            <a:r>
              <a:t>All agents use OpenAI GPT-4o-mini  •  Runs logged to agent_runs table  •  Toggleable via admin dashboard  •  55s max runtime per cron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04 —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Core entities, relationships, and database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Core Data Entities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Event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id, status, mode, clientName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venueName, date, startTime, endTime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eventType (wedding, corporate, etc.)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budget, attendanceEstimate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scheduleMoments[], deliverables[]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inventoryRequired[], risks[]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2344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Lead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lead_id, entity_name, entity_type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city, state, website_url, source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lead_score (0-100), priority (P1-P4)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contact_name, email, phone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music_fit_tags[], event_types_seen[]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status: new→contacted→won/lost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2344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Calibri"/>
              </a:defRPr>
            </a:pPr>
            <a:r>
              <a:t>QuerySeed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id, region, keywords[], source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active (boolean), mode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Drives automated lead discovery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User-defined search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8404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776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Calibri"/>
              </a:defRPr>
            </a:pPr>
            <a:r>
              <a:t>BrandProfile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djName, bio, vibeWords[]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emojis[], avoidTopics[]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brandColors[], connectedAccounts[]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profanityLevel, locations[]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8404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9776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Calibri"/>
              </a:defRPr>
            </a:pPr>
            <a:r>
              <a:t>SocialPost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id, pillar, postType, platform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hookText, caption, hashtags[]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status: idea→draft→approved→published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variant A/B testing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9776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C4899"/>
                </a:solidFill>
                <a:latin typeface="Calibri"/>
              </a:defRPr>
            </a:pPr>
            <a:r>
              <a:t>EPKConfig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headline, tagline, bio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sectionOrder[], hiddenSections[]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customSections[], selectedMedia[]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theme (dark/light/gradient)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05 — API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REST API routes organized by domain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API Route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Calibri"/>
              </a:defRPr>
            </a:pPr>
            <a:r>
              <a:t>/api/events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8"/>
                </a:solidFill>
                <a:latin typeface="Calibri"/>
              </a:defRPr>
            </a:pPr>
            <a:r>
              <a:t>GET / — list all events (paginated)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 /[id] — get single event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 / — create event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PATCH /[id] — update event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DELETE /[id] — delete 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4447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Calibri"/>
              </a:defRPr>
            </a:pPr>
            <a:r>
              <a:t>/api/leads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916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8"/>
                </a:solidFill>
                <a:latin typeface="Calibri"/>
              </a:defRPr>
            </a:pPr>
            <a:r>
              <a:t>GET / — list leads (filters, pagination)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 / — create lead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PATCH /[id] — update lead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DELETE /[id] — delete lead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 /scan — scan URL for lead data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 /handoff — queue leads for 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Social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4447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Calibri"/>
              </a:defRPr>
            </a:pPr>
            <a:r>
              <a:t>/api/social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6916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8"/>
                </a:solidFill>
                <a:latin typeface="Calibri"/>
              </a:defRPr>
            </a:pPr>
            <a:r>
              <a:t>GET|POST /posts — CRUD social posts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GET|POST /brand — brand profile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GET|POST /plans — content plans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 /media — upload media assets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 /analytics — engagement stats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404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879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Calibri"/>
              </a:defRPr>
            </a:pPr>
            <a:r>
              <a:t>/api/emails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34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8"/>
                </a:solidFill>
                <a:latin typeface="Calibri"/>
              </a:defRPr>
            </a:pPr>
            <a:r>
              <a:t>POST /send — send outreach email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 / — list sent emails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 /templates — email templates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 /templates — save template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8404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Agents (Cron)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879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Calibri"/>
              </a:defRPr>
            </a:pPr>
            <a:r>
              <a:t>/api/agents/*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434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8"/>
                </a:solidFill>
                <a:latin typeface="Calibri"/>
              </a:defRPr>
            </a:pPr>
            <a:r>
              <a:t>11 cron-triggered endpoints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Protected by CRON_SECRET header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Each logs run to agent_runs table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 /api/admin/agents — status 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404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1879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Calibri"/>
              </a:defRPr>
            </a:pPr>
            <a:r>
              <a:t>/api/admin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434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0E0E8"/>
                </a:solidFill>
                <a:latin typeface="Calibri"/>
              </a:defRPr>
            </a:pPr>
            <a:r>
              <a:t>GET /stats — platform-wide metrics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 /users — user management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 /agents/toggle — enable/disable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GET /docs — generated API docs</a:t>
            </a:r>
          </a:p>
          <a:p>
            <a:pPr>
              <a:spcBef>
                <a:spcPts val="200"/>
              </a:spcBef>
              <a:defRPr sz="1000" b="0">
                <a:solidFill>
                  <a:srgbClr val="E0E0E8"/>
                </a:solidFill>
                <a:latin typeface="Calibri"/>
              </a:defRPr>
            </a:pPr>
            <a:r>
              <a:t>POST /init-indexes — create DB indexes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06 — 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Multi-layered security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Security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39"/>
            <a:ext cx="3200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🔐 Authentication (Clerk)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Clerk middleware on all routes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Public routes: /, /sign-in, /pricing, etc.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Protected: /dashboard, /leads, /social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Admin role check via requireAdmin()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User metadata stores plan &amp; artist type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OAuth support (Google, GitHub)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Session management with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84048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234439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🛡️ Security Headers (next.config.ts)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Content-Security-Policy (strict CSP)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X-Content-Type-Options: nosniff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X-Frame-Options: DENY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Strict-Transport-Security (HSTS preload)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Referrer-Policy: strict-origin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Permissions-Policy: no camera/mic/geo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X-DNS-Prefetch-Control: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56616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234439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Calibri"/>
              </a:defRPr>
            </a:pPr>
            <a:r>
              <a:t>🔒 Input Validation (Zod)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All request bodies validated via Zod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EventCreateSchema, LeadCreateSchema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SocialPostCreateSchema, EmailSendSchema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FlyerCreateSchema, BrandProfileSchema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Max field lengths enforced (10KB text)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Email format validation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parseBody() helper returns 400 on 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14800"/>
            <a:ext cx="3657600" cy="2468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Calibri"/>
              </a:defRPr>
            </a:pPr>
            <a:r>
              <a:t>🌐 SSRF Protection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validateExternalUrl() on all server fetches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Blocks private IPs (10.x, 172.16-31, 192.168)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Blocks localhost, ::1, 0.0.0.0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Blocks non-HTTP schemes (file://, ftp://)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Blocks cloud metadata (*.internal)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Blocks IPv6 bracket addresses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114800"/>
            <a:ext cx="3840480" cy="2468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425196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Calibri"/>
              </a:defRPr>
            </a:pPr>
            <a:r>
              <a:t>⏱️ Rate Limiting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DB-backed sliding window rate limiter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Works across Vercel serverless instances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Stored in rate_limit_log table (Turso)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Configurable per-endpoint limits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Fail-open on DB errors (availability &gt; strict)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Auto-cleanup of stale entries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114800"/>
            <a:ext cx="3566160" cy="24688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425196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🔑 Data Isolation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All DB queries scoped by user_id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Mass-assignment protection (pickFields)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LIKE query escaping (SQL injection defense)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Safe error responses (no stack traces)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Cron endpoints: CRON_SECRET validation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Admin: Clerk role-based access 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07 — Lead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Multi-stage AI pipeline from discovery to outreach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Lead Discovery &amp; 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1945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39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1. Discovery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Google search via query seeds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Region + keyword combinations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Per-mode source configs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URL extraction &amp; dedup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BB"/>
                </a:solidFill>
                <a:latin typeface="Calibri"/>
              </a:defRPr>
            </a:pPr>
            <a:r>
              <a:t>sources.ts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1097280"/>
            <a:ext cx="21945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1234439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Calibri"/>
              </a:defRPr>
            </a:pPr>
            <a:r>
              <a:t>2. Enrichment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Website scraping &amp; parsing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Contact info extraction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Event type detection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Music fit tag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BB"/>
                </a:solidFill>
                <a:latin typeface="Calibri"/>
              </a:defRPr>
            </a:pPr>
            <a:r>
              <a:t>enrichment.ts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9" y="1097280"/>
            <a:ext cx="21945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1234439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Calibri"/>
              </a:defRPr>
            </a:pPr>
            <a:r>
              <a:t>3. Scoring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7-factor weighted scoring (0-100)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Contact info (25), Music fit (20)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Venue quality (15), Budget (15)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Priority: P1(80+) P2(60+) P3(40+)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199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BB"/>
                </a:solidFill>
                <a:latin typeface="Calibri"/>
              </a:defRPr>
            </a:pPr>
            <a:r>
              <a:t>scoring.ts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79" y="1097280"/>
            <a:ext cx="21945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234439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Calibri"/>
              </a:defRPr>
            </a:pPr>
            <a:r>
              <a:t>4. QC Gate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Minimum score threshold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Required field validation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Duplicate detection (dedupe_key)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Data quality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BB"/>
                </a:solidFill>
                <a:latin typeface="Calibri"/>
              </a:defRPr>
            </a:pPr>
            <a:r>
              <a:t>qc.ts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097280"/>
            <a:ext cx="219456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234439"/>
            <a:ext cx="1737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5. Handoff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AI outreach email generation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3 variants: formal/casual/follow-up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Brand profile personalization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Artist-type tailored 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BB"/>
                </a:solidFill>
                <a:latin typeface="Calibri"/>
              </a:defRPr>
            </a:pPr>
            <a:r>
              <a:t>handoff.ts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999B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754880"/>
            <a:ext cx="548640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920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Calibri"/>
              </a:defRPr>
            </a:pPr>
            <a:r>
              <a:t>📊 Lead Scoring Weights (config.ts)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contactInfo: 25  •  musicFit: 20  •  venueQuality: 15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budgetSignal: 15  •  eventHistory: 10  •  locationFit: 10  •  socialPresence: 5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Priority thresholds: P1 ≥ 80, P2 ≥ 60, P3 ≥ 40, P4 &lt; 40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754880"/>
            <a:ext cx="5852160" cy="1828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89204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🔄 Pipeline Features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Deduplication via dedupe_key (prevents re-processing)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Batch scanning: process multiple URLs in parallel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Auto-scan: seed-driven automated discovery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Follow-up agent: re-engages cold leads after 3+ days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08 — Social &amp; Content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AI-powered content strategy and social media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Social Hype Agent — Content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📋 Content Plans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Weekly content plans with themes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Target counts: reels, carousels, stories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Facebook events &amp; posts targets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Status: draft → active → completed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Strategy notes per week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AI-generated based on brand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84048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234439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📱 Social Posts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6 content pillars: behind-scenes, gig-promo,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  music-culture, tutorial, personal, community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Post types: reel, post, story, carousel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Hook text + caption + hashtags + CTA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A/B variant testing support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Status: idea → draft → approved → published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56616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234439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Calibri"/>
              </a:defRPr>
            </a:pPr>
            <a:r>
              <a:t>📸 Media Assets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Vercel Blob storage backend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Supports: images, videos, audio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Metadata: dimensions, duration, tags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Used-in-posts tracking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Thumbnail generation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Media library management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31920"/>
            <a:ext cx="548640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🎨 Brand Profile System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DJ/Artist name and bio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Vibe words and emoji preferences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Avoid topics list and profanity level settings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Brand colors for consistent visual identity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Connected social accounts (Instagram, Facebook, SoundCloud, etc.)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Typical venues and target locations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Drives all AI content generation for consistent voice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931920"/>
            <a:ext cx="576072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069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Calibri"/>
              </a:defRPr>
            </a:pPr>
            <a:r>
              <a:t>🤖 AI Content Generation Modules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content.ts — Weekly plan generation &amp; post creation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strategy.ts — Content strategy recommendations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platforms.ts — Platform-specific formatting (IG, FB, TikTok)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analytics.ts — Engagement metrics and weekly reports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community.ts — Community engagement task generation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guardrails.ts — Brand safety &amp; content moderation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09 — Billing &amp; Subscriptions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Stripe-powered monetization and feature gating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Stripe Integration &amp; Plan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$0/mo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8"/>
                </a:solidFill>
                <a:latin typeface="Calibri"/>
              </a:defRPr>
            </a:pPr>
            <a:r>
              <a:t>✓ 5 scans/month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25 lead storage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1 region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Basic EPK page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3 AI flyer backgrounds/mo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$33/mo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202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8"/>
                </a:solidFill>
                <a:latin typeface="Calibri"/>
              </a:defRPr>
            </a:pPr>
            <a:r>
              <a:t>✓ 50 auto-scans/month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Unlimited leads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2 regions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AI outreach (3 variants)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Email send &amp; tracking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20 flyer backgrounds/mo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Calibri"/>
              </a:defRPr>
            </a:pPr>
            <a:r>
              <a:t>Unlimited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$79/mo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8"/>
                </a:solidFill>
                <a:latin typeface="Calibri"/>
              </a:defRPr>
            </a:pPr>
            <a:r>
              <a:t>✓ Unlimited scans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Unlimited leads &amp; regions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Priority lead scoring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Full Social Suite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Analytics dashboard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Priority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097280"/>
            <a:ext cx="2743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Agency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8"/>
                </a:solidFill>
                <a:latin typeface="Calibri"/>
              </a:defRPr>
            </a:pPr>
            <a:r>
              <a:t>$149/mo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92024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0E0E8"/>
                </a:solidFill>
                <a:latin typeface="Calibri"/>
              </a:defRPr>
            </a:pPr>
            <a:r>
              <a:t>✓ 5 artist profiles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Everything in Unlimited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Team dashboard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White-label EPK &amp; flyers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Agency-wide analytics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✓ Dedicated account mgr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54864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091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💳 Stripe Integration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Stripe Checkout for plan upgrades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Stripe Webhooks (/api/webhooks/stripe)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Customer &amp; subscription metadata in Clerk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Billing portal for self-service management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Plan change email notifications via Resend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572000"/>
            <a:ext cx="576072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70916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🚦 Feature Gating (subscription.ts)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getUserPlan() — reads Clerk metadata for plan info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checkFeatureAccess() — per-feature plan checks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getPlanLimits() — scan quota, lead limits, region caps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dbGetSearchQuota() — monthly usage tracking in DB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dbIncrementSearchQuota() — quota enforcement on scans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8"/>
                </a:solidFill>
                <a:latin typeface="Calibri"/>
              </a:defRPr>
            </a:pPr>
            <a:r>
              <a:t>10 — Infrastructure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BB"/>
                </a:solidFill>
                <a:latin typeface="Calibri"/>
              </a:defRPr>
            </a:pPr>
            <a:r>
              <a:t>Deployment, environment, and operational configuration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  <a:latin typeface="Calibri"/>
              </a:defRPr>
            </a:pPr>
            <a:r>
              <a:t>Environment &amp;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39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🔐 Required Environment Variables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TURSO_DATABASE_URL — Turso cloud DB connection string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TURSO_AUTH_TOKEN — Turso authentication token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OPENAI_API_KEY — GPT-4o-mini for all AI agents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CLERK_SECRET_KEY — Clerk backend auth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NEXT_PUBLIC_CLERK_PUBLISHABLE_KEY — Clerk frontend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STRIPE_SECRET_KEY — Stripe billing backend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STRIPE_WEBHOOK_SECRET — Stripe webhook verification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RESEND_API_KEY — Transactional email sending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CRON_SECRET — Vercel cron job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57784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234439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  <a:latin typeface="Calibri"/>
              </a:defRPr>
            </a:pPr>
            <a:r>
              <a:t>📊 Centralized Config (config.ts)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DEFAULT_PAGE_SIZE: 200, MAX_PAGE_SIZE: 1000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Rate limit window: 60s, stale threshold: 300s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Search: 10 monthly limit, 50 max batch URLs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Scoring weights: contact(25), music(20), venue(15)...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Priority thresholds: P1≥80, P2≥60, P3≥40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API timeout: 15s, max retries: 3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Health score: recency(30%), scans(25%), leads(20%)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Cron max runtime: 55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114800"/>
            <a:ext cx="566928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  <a:latin typeface="Calibri"/>
              </a:defRPr>
            </a:pPr>
            <a:r>
              <a:t>⏰ Cron Schedule (vercel.json)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cost-guardian: Daily 5AM UTC — API cost monitoring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analytics: Daily 6AM UTC — MRR &amp; funnel snapshots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growth-ops: Daily 7AM UTC — onboarding &amp; activation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customer-success: Daily 8AM UTC — churn risk detection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investor-pipeline: Weekdays 9AM UTC — fundraising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content-marketing: MWF 10AM UTC — social content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community: Daily 11AM UTC — engagement tracking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instagram: Daily 12PM UTC — IG content queue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education-outreach: Weekdays 1PM UTC — school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577840" cy="25603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519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Calibri"/>
              </a:defRPr>
            </a:pPr>
            <a:r>
              <a:t>🗄️ Database Indexes (indexes.ts)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Users: plan, app_mode, created_at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Leads: user_id, status, user+status composite, score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Scan history: user_id, created_at, user+created composite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Events: user_id, status, date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Sent emails: user_id, status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Growth tasks: status, type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Ambassador apps: status</a:t>
            </a:r>
          </a:p>
          <a:p>
            <a:pPr>
              <a:spcBef>
                <a:spcPts val="300"/>
              </a:spcBef>
              <a:defRPr sz="1100" b="0">
                <a:solidFill>
                  <a:srgbClr val="E0E0E8"/>
                </a:solidFill>
                <a:latin typeface="Calibri"/>
              </a:defRPr>
            </a:pPr>
            <a:r>
              <a:t>• School pipeline: status + outreach status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855F7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0E8"/>
                </a:solidFill>
                <a:latin typeface="Calibri"/>
              </a:defRPr>
            </a:pPr>
            <a:r>
              <a:t>Technical Documentation —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931920"/>
            <a:ext cx="3047695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BB"/>
                </a:solidFill>
                <a:latin typeface="Calibri"/>
              </a:defRPr>
            </a:pPr>
            <a:r>
              <a:t>giglift.com  •  github.com/bthornley/dj-agent  •  Deployed on Vercel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BB"/>
                </a:solidFill>
                <a:latin typeface="Calibri"/>
              </a:defRPr>
            </a:pPr>
            <a:r>
              <a:t>Next.js 16 • React 19 • TypeScript • Turso • Clerk • OpenAI • Stripe • Resend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