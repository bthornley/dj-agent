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GigLift Dataflow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A855F7"/>
                </a:solidFill>
              </a:defRPr>
            </a:pPr>
            <a:r>
              <a:t>Data Movement Across System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CCCDD"/>
                </a:solidFill>
              </a:defRPr>
            </a:pPr>
            <a:r>
              <a:t>GigLift — Technical Documentation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Lead Discovery &amp; Outreach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From search seed → discovered lead → outreach email → booked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645920"/>
            <a:ext cx="1828800" cy="32004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1. User Creates</a:t>
            </a:r>
            <a:br/>
            <a:r>
              <a:t>Query Seed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Region: 'Los Angeles'</a:t>
            </a:r>
            <a:br/>
            <a:r>
              <a:t>Keywords: ['jazz club',</a:t>
            </a:r>
            <a:br/>
            <a:r>
              <a:t>  'rooftop bar']</a:t>
            </a:r>
            <a:br/>
            <a:r>
              <a:t>Mode: Performer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645920"/>
            <a:ext cx="1828800" cy="32004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A855F7"/>
                </a:solidFill>
              </a:defRPr>
            </a:pPr>
            <a:r>
              <a:t>2. Lead Scout</a:t>
            </a:r>
            <a:br/>
            <a:r>
              <a:t>(Auto-Scan)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SerpAPI Google search</a:t>
            </a:r>
            <a:br/>
            <a:r>
              <a:t>HTML parsing → extract</a:t>
            </a:r>
            <a:br/>
            <a:r>
              <a:t>venue data, contacts</a:t>
            </a:r>
            <a:br/>
            <a:r>
              <a:t>Dedupe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3200400"/>
            <a:ext cx="13716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1645920"/>
            <a:ext cx="1828800" cy="32004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22C55E"/>
                </a:solidFill>
              </a:defRPr>
            </a:pPr>
            <a:r>
              <a:t>3. Lead Scoring</a:t>
            </a:r>
            <a:br/>
            <a:r>
              <a:t>&amp; Storage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AI scoring (0-100)</a:t>
            </a:r>
            <a:br/>
            <a:r>
              <a:t>Priority assignment</a:t>
            </a:r>
            <a:br/>
            <a:r>
              <a:t>P1-P4 classification</a:t>
            </a:r>
            <a:br/>
            <a:r>
              <a:t>Store in Turso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3200400"/>
            <a:ext cx="137161" cy="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80759" y="1645920"/>
            <a:ext cx="1828800" cy="32004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F59E0B"/>
                </a:solidFill>
              </a:defRPr>
            </a:pPr>
            <a:r>
              <a:t>4. Outreach</a:t>
            </a:r>
            <a:br/>
            <a:r>
              <a:t>Writer AI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GPT-4o generates 3</a:t>
            </a:r>
            <a:br/>
            <a:r>
              <a:t>email variants per lead</a:t>
            </a:r>
            <a:br/>
            <a:r>
              <a:t>Personalized angle</a:t>
            </a:r>
            <a:br/>
            <a:r>
              <a:t>Template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3200400"/>
            <a:ext cx="137159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19" y="1645920"/>
            <a:ext cx="1828800" cy="32004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38BDF8"/>
                </a:solidFill>
              </a:defRPr>
            </a:pPr>
            <a:r>
              <a:t>5. Email Send</a:t>
            </a:r>
            <a:br/>
            <a:r>
              <a:t>(Resend)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Selected variant sent</a:t>
            </a:r>
            <a:br/>
            <a:r>
              <a:t>via Resend API</a:t>
            </a:r>
            <a:br/>
            <a:r>
              <a:t>resend_id tracked</a:t>
            </a:r>
            <a:br/>
            <a:r>
              <a:t>Status: sent/failed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59" y="3200400"/>
            <a:ext cx="13716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12680" y="1645920"/>
            <a:ext cx="1828800" cy="32004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22C55E"/>
                </a:solidFill>
              </a:defRPr>
            </a:pPr>
            <a:r>
              <a:t>6. Lead → Event</a:t>
            </a:r>
            <a:br/>
            <a:r>
              <a:t>(Handoff)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User books lead</a:t>
            </a:r>
            <a:br/>
            <a:r>
              <a:t>Event created from</a:t>
            </a:r>
            <a:br/>
            <a:r>
              <a:t>lead data</a:t>
            </a:r>
            <a:br/>
            <a:r>
              <a:t>Status: 'confirmed'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19" y="3200400"/>
            <a:ext cx="137161" cy="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" y="5212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DD"/>
                </a:solidFill>
              </a:defRPr>
            </a:pPr>
            <a:r>
              <a:t>Data Stores:  query_seeds → leads (+ search_quota) → sent_emails → events  |  All scoped by user_id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Social Content Creation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From brand profile → content plan → post queue →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1. Brand Profile</a:t>
            </a:r>
            <a:br/>
            <a:r>
              <a:t>Setup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User defines:</a:t>
            </a:r>
            <a:br/>
            <a:r>
              <a:t>• Voice &amp; vibe words</a:t>
            </a:r>
            <a:br/>
            <a:r>
              <a:t>• Emojis &amp; avoid topics</a:t>
            </a:r>
            <a:br/>
            <a:r>
              <a:t>• Brand colors</a:t>
            </a:r>
            <a:br/>
            <a:r>
              <a:t>• Connected socials</a:t>
            </a:r>
            <a:br/>
            <a:br/>
            <a:r>
              <a:t>Stored in: brand_profiles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A855F7"/>
                </a:solidFill>
              </a:defRPr>
            </a:pPr>
            <a:r>
              <a:t>2. Content Plan</a:t>
            </a:r>
            <a:br/>
            <a:r>
              <a:t>(AI Weekly)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Social Hype Agent:</a:t>
            </a:r>
            <a:br/>
            <a:r>
              <a:t>• Analyzes brand profile</a:t>
            </a:r>
            <a:br/>
            <a:r>
              <a:t>• Creates weekly plan</a:t>
            </a:r>
            <a:br/>
            <a:r>
              <a:t>• Target post mix</a:t>
            </a:r>
            <a:br/>
            <a:r>
              <a:t>• Theme and strategy</a:t>
            </a:r>
            <a:br/>
            <a:br/>
            <a:r>
              <a:t>Stored in: content_plans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3657600"/>
            <a:ext cx="13716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4632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22C55E"/>
                </a:solidFill>
              </a:defRPr>
            </a:pPr>
            <a:r>
              <a:t>3. Post Generation</a:t>
            </a:r>
            <a:br/>
            <a:r>
              <a:t>&amp; Queue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AI generates posts:</a:t>
            </a:r>
            <a:br/>
            <a:r>
              <a:t>• Caption + hashtags</a:t>
            </a:r>
            <a:br/>
            <a:r>
              <a:t>• CTA text</a:t>
            </a:r>
            <a:br/>
            <a:r>
              <a:t>• Media suggestions</a:t>
            </a:r>
            <a:br/>
            <a:r>
              <a:t>• A/B variants</a:t>
            </a:r>
            <a:br/>
            <a:br/>
            <a:r>
              <a:t>Stored in: social_posts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3657600"/>
            <a:ext cx="137160" cy="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F59E0B"/>
                </a:solidFill>
              </a:defRPr>
            </a:pPr>
            <a:r>
              <a:t>4. Media Library</a:t>
            </a:r>
            <a:br/>
            <a:r>
              <a:t>&amp; Flyers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User uploads assets:</a:t>
            </a:r>
            <a:br/>
            <a:r>
              <a:t>• Magic-byte validation</a:t>
            </a:r>
            <a:br/>
            <a:r>
              <a:t>• Vercel Blob storage</a:t>
            </a:r>
            <a:br/>
            <a:r>
              <a:t>• DALL·E AI backgrounds</a:t>
            </a:r>
            <a:br/>
            <a:br/>
            <a:r>
              <a:t>Stored in: media_assets</a:t>
            </a:r>
            <a:br/>
            <a:r>
              <a:t>+ flyer_configs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79" y="3657600"/>
            <a:ext cx="137161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59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38BDF8"/>
                </a:solidFill>
              </a:defRPr>
            </a:pPr>
            <a:r>
              <a:t>5. Publish</a:t>
            </a:r>
            <a:br/>
            <a:r>
              <a:t>&amp; Analytics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Posts scheduled/published</a:t>
            </a:r>
            <a:br/>
            <a:r>
              <a:t>Engagement tracked</a:t>
            </a:r>
            <a:br/>
            <a:r>
              <a:t>Weekly reports generated</a:t>
            </a:r>
            <a:br/>
            <a:r>
              <a:t>Insights &amp; recommendations</a:t>
            </a:r>
            <a:br/>
            <a:br/>
            <a:r>
              <a:t>Stored in: engagement_tasks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72600" y="3657600"/>
            <a:ext cx="137159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Authentication &amp; Billing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Clerk SSO → Plan enforcement → Stripe checkout → Webhook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00D4E6"/>
                </a:solidFill>
              </a:defRPr>
            </a:pPr>
            <a:r>
              <a:t>1. Sign Up / Sign In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Clerk hosted page</a:t>
            </a:r>
            <a:br/>
            <a:r>
              <a:t>SSO (Google, GitHub)</a:t>
            </a:r>
            <a:br/>
            <a:r>
              <a:t>MFA optional</a:t>
            </a:r>
            <a:br/>
            <a:r>
              <a:t>Session token issued</a:t>
            </a:r>
            <a:br/>
            <a:br/>
            <a:r>
              <a:t>Data: Clerk manages</a:t>
            </a:r>
            <a:br/>
            <a:r>
              <a:t>user records externally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A855F7"/>
                </a:solidFill>
              </a:defRPr>
            </a:pPr>
            <a:r>
              <a:t>2. Middleware Check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Every request passes</a:t>
            </a:r>
            <a:br/>
            <a:r>
              <a:t>through clerkMiddleware</a:t>
            </a:r>
            <a:br/>
            <a:br/>
            <a:r>
              <a:t>Public routes: 13 allowed</a:t>
            </a:r>
            <a:br/>
            <a:r>
              <a:t>Protected: auth.protect()</a:t>
            </a:r>
            <a:br/>
            <a:r>
              <a:t>Admin: role === 'admin'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3657600"/>
            <a:ext cx="13716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4632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22C55E"/>
                </a:solidFill>
              </a:defRPr>
            </a:pPr>
            <a:r>
              <a:t>3. Plan Enforcement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User's planId read from</a:t>
            </a:r>
            <a:br/>
            <a:r>
              <a:t>Clerk publicMetadata</a:t>
            </a:r>
            <a:br/>
            <a:br/>
            <a:r>
              <a:t>Limits applied:</a:t>
            </a:r>
            <a:br/>
            <a:r>
              <a:t>• scansPerMonth</a:t>
            </a:r>
            <a:br/>
            <a:r>
              <a:t>• maxLeads</a:t>
            </a:r>
            <a:br/>
            <a:r>
              <a:t>• maxRegions</a:t>
            </a:r>
            <a:br/>
            <a:r>
              <a:t>• Feature gating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3657600"/>
            <a:ext cx="137160" cy="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F59E0B"/>
                </a:solidFill>
              </a:defRPr>
            </a:pPr>
            <a:r>
              <a:t>4. Stripe Checkout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User clicks upgrade</a:t>
            </a:r>
            <a:br/>
            <a:r>
              <a:t>→ Checkout session</a:t>
            </a:r>
            <a:br/>
            <a:r>
              <a:t>→ Stripe hosted page</a:t>
            </a:r>
            <a:br/>
            <a:r>
              <a:t>→ Payment processed</a:t>
            </a:r>
            <a:br/>
            <a:br/>
            <a:r>
              <a:t>UserId + planId in</a:t>
            </a:r>
            <a:br/>
            <a:r>
              <a:t>session metadata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79" y="3657600"/>
            <a:ext cx="137161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59" y="1645920"/>
            <a:ext cx="2194560" cy="41148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200" b="1">
                <a:solidFill>
                  <a:srgbClr val="38BDF8"/>
                </a:solidFill>
              </a:defRPr>
            </a:pPr>
            <a:r>
              <a:t>5. Webhook Sync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Stripe → /api/webhooks/stripe</a:t>
            </a:r>
            <a:br/>
            <a:br/>
            <a:r>
              <a:t>Signature verified (300s)</a:t>
            </a:r>
            <a:br/>
            <a:r>
              <a:t>Events handled:</a:t>
            </a:r>
            <a:br/>
            <a:r>
              <a:t>• checkout.completed</a:t>
            </a:r>
            <a:br/>
            <a:r>
              <a:t>• subscription.updated</a:t>
            </a:r>
            <a:br/>
            <a:r>
              <a:t>• subscription.deleted</a:t>
            </a:r>
            <a:br/>
            <a:br/>
            <a:r>
              <a:t>Clerk metadata updated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72600" y="3657600"/>
            <a:ext cx="137159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Agent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DD"/>
                </a:solidFill>
              </a:defRPr>
            </a:pPr>
            <a:r>
              <a:t>Cron-triggered autonomous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🔍 Lead Scout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Trigger: User scan / Auto-scan cron</a:t>
            </a:r>
            <a:br/>
            <a:r>
              <a:t>Input: query_seeds (region + keywords)</a:t>
            </a:r>
            <a:br/>
            <a:r>
              <a:t>Process: SerpAPI → parse → score → dedupe</a:t>
            </a:r>
            <a:br/>
            <a:r>
              <a:t>Output: leads table</a:t>
            </a:r>
            <a:br/>
            <a:r>
              <a:t>Quota: search_quota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✍️ Outreach Writer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Trigger: User requests outreach</a:t>
            </a:r>
            <a:br/>
            <a:r>
              <a:t>Input: lead data + brand profile</a:t>
            </a:r>
            <a:br/>
            <a:r>
              <a:t>Process: GPT-4o generates 3 variants</a:t>
            </a:r>
            <a:br/>
            <a:r>
              <a:t>Output: email draft (not sent)</a:t>
            </a:r>
            <a:br/>
            <a:r>
              <a:t>User: approves &amp; sends via Resend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📱 Social Hype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Trigger: Weekly cron</a:t>
            </a:r>
            <a:br/>
            <a:r>
              <a:t>Input: brand_profiles + events</a:t>
            </a:r>
            <a:br/>
            <a:r>
              <a:t>Process: GPT-4o generates plan + posts</a:t>
            </a:r>
            <a:br/>
            <a:r>
              <a:t>Output: content_plans + social_posts</a:t>
            </a:r>
            <a:br/>
            <a:r>
              <a:t>User: reviews, edits, schedules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93192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📊 Analytics Agent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Trigger: Daily cron</a:t>
            </a:r>
            <a:br/>
            <a:r>
              <a:t>Input: All user data tables</a:t>
            </a:r>
            <a:br/>
            <a:r>
              <a:t>Process: Aggregate stats, Clerk + Stripe</a:t>
            </a:r>
            <a:br/>
            <a:r>
              <a:t>Output: Admin dashboard metrics</a:t>
            </a:r>
            <a:br/>
            <a:r>
              <a:t>Scope: Platform-wide + per-user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93192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🤝 Community Agent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Trigger: Daily cron</a:t>
            </a:r>
            <a:br/>
            <a:r>
              <a:t>Input: leads + social engagement</a:t>
            </a:r>
            <a:br/>
            <a:r>
              <a:t>Process: Generate engagement tasks</a:t>
            </a:r>
            <a:br/>
            <a:r>
              <a:t>Output: engagement_tasks</a:t>
            </a:r>
            <a:br/>
            <a:r>
              <a:t>User: approves DMs/comments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657600" cy="2286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📈 Growth Ops</a:t>
            </a:r>
          </a:p>
          <a:p>
            <a:pPr>
              <a:spcAft>
                <a:spcPts val="200"/>
              </a:spcAft>
              <a:defRPr sz="1000" b="0">
                <a:solidFill>
                  <a:srgbClr val="CCCCDD"/>
                </a:solidFill>
              </a:defRPr>
            </a:pPr>
            <a:r>
              <a:t>Trigger: Weekly cron</a:t>
            </a:r>
            <a:br/>
            <a:r>
              <a:t>Input: leads, events, billing data</a:t>
            </a:r>
            <a:br/>
            <a:r>
              <a:t>Process: Conversion analysis</a:t>
            </a:r>
            <a:br/>
            <a:r>
              <a:t>Output: Growth recommendations</a:t>
            </a:r>
            <a:br/>
            <a:r>
              <a:t>Scope: Internal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slide_bg_177265709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EPK &amp; Flyer Builder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743200" cy="4572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00D4E6"/>
                </a:solidFill>
              </a:defRPr>
            </a:pPr>
            <a:r>
              <a:t>EPK Builder Input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brand_profiles.data:</a:t>
            </a:r>
            <a:br/>
            <a:r>
              <a:t>  • DJ name, bio, tagline</a:t>
            </a:r>
            <a:br/>
            <a:r>
              <a:t>  • Brand colors, theme</a:t>
            </a:r>
            <a:br/>
            <a:br/>
            <a:r>
              <a:t>events (selected):</a:t>
            </a:r>
            <a:br/>
            <a:r>
              <a:t>  • Past/upcoming gigs</a:t>
            </a:r>
            <a:br/>
            <a:br/>
            <a:r>
              <a:t>media_assets (selected):</a:t>
            </a:r>
            <a:br/>
            <a:r>
              <a:t>  • Photos, videos</a:t>
            </a:r>
            <a:br/>
            <a:br/>
            <a:r>
              <a:t>epk_configs:</a:t>
            </a:r>
            <a:br/>
            <a:r>
              <a:t>  • Section order, hidden</a:t>
            </a:r>
            <a:br/>
            <a:r>
              <a:t>  • Custom sections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743200" cy="4572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EPK Processing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Server-side rendering:</a:t>
            </a:r>
            <a:br/>
            <a:r>
              <a:t>• AI bio generation (GPT-4o)</a:t>
            </a:r>
            <a:br/>
            <a:r>
              <a:t>• Theme application</a:t>
            </a:r>
            <a:br/>
            <a:r>
              <a:t>• Section ordering</a:t>
            </a:r>
            <a:br/>
            <a:r>
              <a:t>• Media embedding</a:t>
            </a:r>
            <a:br/>
            <a:r>
              <a:t>• Social link integration</a:t>
            </a:r>
            <a:br/>
            <a:br/>
            <a:r>
              <a:t>Public URL generated:</a:t>
            </a:r>
            <a:br/>
            <a:r>
              <a:t>/epk/[userId]</a:t>
            </a:r>
            <a:br/>
            <a:br/>
            <a:r>
              <a:t>No auth required</a:t>
            </a:r>
            <a:br/>
            <a:r>
              <a:t>(shareable link)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743200" cy="4572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22C55E"/>
                </a:solidFill>
              </a:defRPr>
            </a:pPr>
            <a:r>
              <a:t>Flyer Builder Input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events.data:</a:t>
            </a:r>
            <a:br/>
            <a:r>
              <a:t>  • Date, venue, time</a:t>
            </a:r>
            <a:br/>
            <a:r>
              <a:t>  • Event type, dress code</a:t>
            </a:r>
            <a:br/>
            <a:br/>
            <a:r>
              <a:t>brand_profiles.data:</a:t>
            </a:r>
            <a:br/>
            <a:r>
              <a:t>  • Logo, colors</a:t>
            </a:r>
            <a:br/>
            <a:br/>
            <a:r>
              <a:t>User provides:</a:t>
            </a:r>
            <a:br/>
            <a:r>
              <a:t>  • Prompt for DALL·E</a:t>
            </a:r>
            <a:br/>
            <a:r>
              <a:t>  • Layout preferences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371600"/>
            <a:ext cx="2743200" cy="4572000"/>
          </a:xfrm>
          <a:prstGeom prst="roundRect">
            <a:avLst/>
          </a:prstGeom>
          <a:solidFill>
            <a:srgbClr val="1A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Flyer Processing</a:t>
            </a: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CCCCDD"/>
                </a:solidFill>
              </a:defRPr>
            </a:pPr>
            <a:r>
              <a:t>DALL·E 3 API call:</a:t>
            </a:r>
            <a:br/>
            <a:r>
              <a:t>• AI background generation</a:t>
            </a:r>
            <a:br/>
            <a:r>
              <a:t>• Rate limited: 3/min</a:t>
            </a:r>
            <a:br/>
            <a:br/>
            <a:r>
              <a:t>Client-side canvas:</a:t>
            </a:r>
            <a:br/>
            <a:r>
              <a:t>• Logo overlay</a:t>
            </a:r>
            <a:br/>
            <a:r>
              <a:t>• Text rendering</a:t>
            </a:r>
            <a:br/>
            <a:r>
              <a:t>• QR code generation</a:t>
            </a:r>
            <a:br/>
            <a:br/>
            <a:r>
              <a:t>Stored in:</a:t>
            </a:r>
            <a:br/>
            <a:r>
              <a:t>flyer_configs + Blob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