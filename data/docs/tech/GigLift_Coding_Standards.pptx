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ding_standards_bg_17727509263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D4BF"/>
                </a:solidFill>
                <a:latin typeface="Calibri"/>
              </a:defRPr>
            </a:pPr>
            <a:r>
              <a:t>📐 ENGINEERING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Coding Standards</a:t>
            </a:r>
            <a:br/>
            <a:r>
              <a:t>&amp; Performance 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C8DC"/>
                </a:solidFill>
                <a:latin typeface="Calibri"/>
              </a:defRPr>
            </a:pPr>
            <a:r>
              <a:t>Best practices for building features that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BBF24"/>
                </a:solidFill>
                <a:latin typeface="Calibri"/>
              </a:defRPr>
            </a:pPr>
            <a:r>
              <a:t>All new features MUST adhere to these standards before merging to 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A5"/>
                </a:solidFill>
                <a:latin typeface="Calibri"/>
              </a:defRPr>
            </a:pPr>
            <a:r>
              <a:t>GigLift Engineering  •  v1.0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ding_standards_bg_17727509263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Standards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13 categories — performance at scale + OWASP security as guiding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280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API Route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801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A5"/>
                </a:solidFill>
                <a:latin typeface="Calibri"/>
              </a:defRPr>
            </a:pPr>
            <a:r>
              <a:t>Request validation, response formats, error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367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367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Database Queries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3677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A5"/>
                </a:solidFill>
                <a:latin typeface="Calibri"/>
              </a:defRPr>
            </a:pPr>
            <a:r>
              <a:t>Pagination, indexing, N+1 prevention, connection pooling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933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933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React Components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9339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A5"/>
                </a:solidFill>
                <a:latin typeface="Calibri"/>
              </a:defRPr>
            </a:pPr>
            <a:r>
              <a:t>Server vs. client, code splitting, render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50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3500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State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35000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A5"/>
                </a:solidFill>
                <a:latin typeface="Calibri"/>
              </a:defRPr>
            </a:pPr>
            <a:r>
              <a:t>Data fetching patterns, caching, SWR strategies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70662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7066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 Agent Guidelines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70662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A5"/>
                </a:solidFill>
                <a:latin typeface="Calibri"/>
              </a:defRPr>
            </a:pPr>
            <a:r>
              <a:t>Rate limiting, token budgets, prompt efficiency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63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063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Security Requirements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0632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A5"/>
                </a:solidFill>
                <a:latin typeface="Calibri"/>
              </a:defRPr>
            </a:pPr>
            <a:r>
              <a:t>SSRF, input sanitization, auth, secrets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41985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4198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OWASP Top 10 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41985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A5"/>
                </a:solidFill>
                <a:latin typeface="Calibri"/>
              </a:defRPr>
            </a:pPr>
            <a:r>
              <a:t>Injection, auth, XSS, SSRF, logging — mapped to GigLift controls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764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7764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Error Handling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77647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A5"/>
                </a:solidFill>
                <a:latin typeface="Calibri"/>
              </a:defRPr>
            </a:pPr>
            <a:r>
              <a:t>Boundaries, retries, graceful degradation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33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1330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TypeScript Conventions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13308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A5"/>
                </a:solidFill>
                <a:latin typeface="Calibri"/>
              </a:defRPr>
            </a:pPr>
            <a:r>
              <a:t>Strict mode, type exports, naming, file 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48970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4897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Testing Requirements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48970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A5"/>
                </a:solidFill>
                <a:latin typeface="Calibri"/>
              </a:defRPr>
            </a:pPr>
            <a:r>
              <a:t>Coverage targets, unit/integration split, mocking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846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C8CA5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CSS &amp; Styling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8463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A5"/>
                </a:solidFill>
                <a:latin typeface="Calibri"/>
              </a:defRPr>
            </a:pPr>
            <a:r>
              <a:t>Design tokens, responsive patterns, animation budgets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20293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B308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52029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Performance Budgets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20293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A5"/>
                </a:solidFill>
                <a:latin typeface="Calibri"/>
              </a:defRPr>
            </a:pPr>
            <a:r>
              <a:t>Bundle size, LCP, CLS, server response time targets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5595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B308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5559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Code Review Checklist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55595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A5"/>
                </a:solidFill>
                <a:latin typeface="Calibri"/>
              </a:defRPr>
            </a:pPr>
            <a:r>
              <a:t>Pre-merge requirements and CI gates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ding_standards_bg_17727509263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1. API Route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Every route must be safe, validated, and paginated by default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3474720" cy="50292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REQUEST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Always validate request body with type guards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Use pickFields() for mass-assignment protection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Validate URL params before database queries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Set Content-Type: application/json explicitly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✅ DO: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950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const { name, email } = pickFields(body, ALLOWED)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8211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❌ DON'T: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const data = await req.json() // unvalidated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2102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await db.execute(sql, [data.anyField])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280160"/>
            <a:ext cx="3474720" cy="50292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RESPONSE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17190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Return consistent { data, error } shape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93852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Always include status codes (200, 201, 400, 404, 500)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15798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Use safeErrorResponse() — never expose internals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37744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Include pagination metadata on list endpoints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7004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Return shape: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88950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{ data: T[], total, limit, offset, hasMore 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18211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Error shape: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40156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{ error: 'Human-readable message' 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69417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Never return stack traces to client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1280160"/>
            <a:ext cx="3474720" cy="50292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RATE LIMITING &amp; TIMEOUTS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17190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All external-facing routes: max 60 req/min/user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193852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AI agent routes: max 10 req/min/user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15798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File upload routes: max 5 req/min/user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37744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Set AbortController timeout on all fetches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67004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Performance targets: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288950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GET routes: &lt; 200ms p95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10896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POST routes: &lt; 500ms p95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32841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AI routes: &lt; 30s timeout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62102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Use fetchWithRetry() for external calls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84048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Max 3 retries with exponential backoff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ding_standards_bg_17727509263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2. Database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Pagination is MANDATORY — unbounded queries are the #1 scaling killer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2860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Calibri"/>
              </a:defRPr>
            </a:pPr>
            <a:r>
              <a:t>PAGINATION (NON-NEGOTIABLE)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Every list query MUST accept PaginationOptions { limit, offset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Default page size: 200, max: 1,000 — enforced by clampPageSize()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Always return PaginatedResult&lt;T&gt; with { data, total, limit, offset, hasMore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Never use SELECT * without LIMIT in production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96896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Use COUNT(*) in parallel with data query (Promise.all) for total count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303520" cy="22860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898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QUERY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1907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Always use parameterized queries — NEVER string concatenation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Use escapeLikeQuery() for LIKE/search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57984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Use user_id in every WHERE clause (tenant isolation)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77440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Add ESCAPE '\\' to every LIKE 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96896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Validate and sanitize sort fields against an allowlist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40480"/>
            <a:ext cx="5303520" cy="237744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50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N+1 PREVENTION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7939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Use Promise.all() for independent queries, not sequential awaits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498848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Store denormalized data in JSON columns (data field pattern)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18304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Avoid querying inside loops — batch with IN clauses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01091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✅ const [count, rows] = await Promise.all([countQ, dataQ])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30368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❌ for (const id of ids) { await db.execute(sql, [id]) 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840480"/>
            <a:ext cx="5303520" cy="237744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950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Calibri"/>
              </a:defRPr>
            </a:pPr>
            <a:r>
              <a:t>SCHEMA &amp; INDEXES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27939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Every table MUST have: id (PK), user_id (indexed), created_at, updated_at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498848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Add indexes on columns used in WHERE, ORDER BY, and JOIN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718304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Use ON CONFLICT for upserts — avoid SELECT-then-INSERT patterns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937760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Keep JSON data columns for flexible schema, index critical fields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30368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Follow domain module pattern: db/{domain}.ts + db/index.ts barrel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ding_standards_bg_17727509263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3. React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Server-first rendering — minimize client JavaScript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3474720" cy="50292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SERVER vs.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Default to Server Components (no 'use client')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Only add 'use client' when you need: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→ useState, useEffect, event handlers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→ Browser APIs (localStorage, window)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9689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→ Third-party client-only libs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950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Server component benefits: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Zero JS sent to 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2841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Direct DB/API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478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Faster initial render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4048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Split pages: server shell + client islands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280160"/>
            <a:ext cx="3474720" cy="50292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Calibri"/>
              </a:defRPr>
            </a:pPr>
            <a:r>
              <a:t>COMPONENT STANDARDS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190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Max component size: ~300 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193852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Extract reusable UI into src/components/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5798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Use TypeScript interfaces for all props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37744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Export named components (not default) from libs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67004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Naming: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88950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Components: PascalCase (StatCard.tsx)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10896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Hooks: camelCase (useAppMode.ts)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32841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Utils: camelCase (api-client.ts)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62102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Each component = one file, one concern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1280160"/>
            <a:ext cx="3474720" cy="50292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RENDER OPTIMIZATION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17190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Memoize expensive computations: useMemo()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193852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Stable callbacks with useCallback()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15798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Avoid inline object/array literals in JSX props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37744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Use React.lazy() for heavy components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267004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❌ Anti-patterns: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88950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style={{ ...complex }} on every render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10896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Fetching in useEffect without cleanup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32841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Missing dependency arrays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5478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Re-creating arrays/objects on each render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84048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Prefer CSS classes over inline styles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ding_standards_bg_17727509263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4. State &amp; Data Fetching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Minimize waterfalls — fetch data in parallel, cache aggressively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37744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DATA FETCHING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Use fetchWithRetry() from api-client.ts for ALL API calls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Set timeouts on every fetch (default: 15s, AI: 30s)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Fetch on mount with useEffect + AbortController cleanup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Use Promise.all() to parallelize independent fetches on page 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96896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Show skeleton/loading states during fetches — never block the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1635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Implement optimistic updates for mutations (update UI before server confirms)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303520" cy="237744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898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CACHING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71907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API routes: Set Cache-Control headers for static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38528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Revalidate on mutation — refetch after POST/PUT/DELETE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57984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Store user-scoped state in component state (not global)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377440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Use localStorage only for UI preferences (mode, theme)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596896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Never cache sensitive data (tokens, PII) client-side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81635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Consider SWR pattern for frequently-updated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23360"/>
            <a:ext cx="10881360" cy="219456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330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Calibri"/>
              </a:defRPr>
            </a:pPr>
            <a:r>
              <a:t>WATERFALL PREVENTION (CRITICAL FOR PERFORMANCE)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462272"/>
            <a:ext cx="10469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✅ Parallel: const [events, leads, stats] = await Promise.all([fetchEvents(), fetchLeads(), fetchStats()])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681728"/>
            <a:ext cx="10469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❌ Sequential: const events = await fetchEvents(); const leads = await fetchLeads(); // 2× slower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974336"/>
            <a:ext cx="10469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Dashboard example: 5 independent API calls → fetch ALL in parallel → render time = slowest single 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193792"/>
            <a:ext cx="10469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Dependent calls: only waterfall when call B genuinely needs data from call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486400"/>
            <a:ext cx="10469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Every page load should resolve in ≤ 2 network round-trips (auth + data)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ding_standards_bg_17727509263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5. AI Agent Guidelines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Token efficiency, rate limiting, and cost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3474720" cy="50292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Calibri"/>
              </a:defRPr>
            </a:pPr>
            <a:r>
              <a:t>PROMPT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System prompts: &lt; 500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User prompts: &lt; 2,000 tokens (truncate context)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Response max_tokens: set explicit limit per use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5059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Use structured output (JSON mode) when possible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Include few-shot examples inline (1-2 max)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950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Avoid iterative multi-turn — prefer single-shot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8211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Cost tracking: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Log tokens_used per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2102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Track cost_per_user per billing period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4048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Alert at 80% of monthly budget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280160"/>
            <a:ext cx="3474720" cy="50292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RATE LIMITING &amp; QUOTAS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190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Enforce user-level monthly quotas (search_quota table)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193852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Use dbIncrementSearchQuota() before AI calls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5798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Return 429 + remaining quota in headers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5059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Per-user limits: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67004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Lead scans: plan-based (10/50/unlimited)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88950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AI generations: 100/mo free, scale w/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10896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Email sends: 50/mo free tier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40156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Global guardrails: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62102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Max concurrent AI calls: 5 per user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84048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Reject if response time &gt; 30s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1280160"/>
            <a:ext cx="3474720" cy="50292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AGENT 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17190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Each agent = isolated module in src/lib/agent/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193852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Agents must be stateless (all state in DB)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15798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Use guardrails.ts for input/output 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237744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Never expose raw AI output to users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67004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Error handling: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288950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Wrap all AI calls in try/catch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10896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Return structured error, not AI hallucination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32841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Log failures for later 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62102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Testing: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384048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Mock OpenAI in tests (never hit API)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405993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Test prompt building separately from API call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ding_standards_bg_17727509263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6. Security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Every route, every input, every output — verified and sanitized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3474720" cy="50292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Calibri"/>
              </a:defRPr>
            </a:pPr>
            <a:r>
              <a:t>AUTHENTICATION &amp; AUTHORIZATION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All API routes: verify Clerk auth via currentUser()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Extract userId from auth, never from request body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Admin routes: check role === 'admin' explicitly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Never trust client-side role claims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Pattern: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950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const { userId } = await auth();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if (!userId) return error(401);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2841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// userId used in all DB 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2102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Never expose other users'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4048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Always filter by user_id in WHERE clauses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280160"/>
            <a:ext cx="3474720" cy="50292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INPUT SANITIZATION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190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Use validateExternalUrl() for any user-supplied URLs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193852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Block SSRF: private IPs, localhost, metadata endpoints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5798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Use escapeLikeQuery() for search inputs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37744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Validate file types + sizes on upload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59689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Use pickFields() to prevent mass assignment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88950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Never pass raw user input to: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10896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SQL queries (use parameterized)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32841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eval() or new Function()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5478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Shell commands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76732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AI system prompts (separate user/system)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1280160"/>
            <a:ext cx="3474720" cy="50292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SECRETS &amp; ENVIRONMENT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17190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All secrets in .env.local (never committed)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193852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Use process.env only in server-side 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15798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Never prefix secrets with NEXT_PUBLIC_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237744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Rotate API keys on any suspected exposure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67004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Required env vars (validated at startup):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288950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TURSO_DATABASE_URL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10896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TURSO_AUTH_TOKEN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32841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CLERK_SECRET_KEY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5478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OPENAI_API_KEY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376732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STRIPE_SECRET_KEY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398678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RESEND_API_KEY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ding_standards_bg_17727509263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7. OWASP Top 10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All code must address these attack vectors — mapped to GigLift's defenses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2860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Calibri"/>
              </a:defRPr>
            </a:pPr>
            <a:r>
              <a:t>A01: BROKEN ACCESS CONTROL / A02: CRYPTOGRAPHIC FAILURES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A01: Every API route verifies Clerk auth; user_id in all DB WHERE clauses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A01: Admin routes require explicit role check — never trust client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A01: File download routes use an allowlist (ALLOWED_FILES) — no path traversal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A02: All secrets in .env.local, never NEXT_PUBLIC_; HTTPS enforced by Vercel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96896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A02: Stripe webhooks verified via constructEvent() with signing secret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303520" cy="22860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898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A03: INJECTION / A04: INSECURE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1907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A03: ALL database queries use parameterized statements — zero string concat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A03: LIKE queries sanitized via escapeLikeQuery() with explicit ESCAPE clause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57984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A03: AI prompt injection mitigated: user input isolated from system prompts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77440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A04: Defense-in-depth: Clerk auth → API validation → DB tenant isolation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96896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A04: Security review required for any new external data 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40480"/>
            <a:ext cx="3474720" cy="256032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502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A05–A07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7939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A05 Security Misconfiguration: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49884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No debug mode in prod; strict CSP 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1830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Environment vars validated at startup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01091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A06 Vulnerable Components: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3036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npm audit on every build; pin major versions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44982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Review before adding new dependencies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74243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A07 Auth Failures: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96188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Clerk handles session mgmt + MFA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8134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No custom password storage ever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3840480"/>
            <a:ext cx="3474720" cy="256032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39502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A08–A09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27939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A08 Software/Data Integrity: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449884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Stripe webhooks verified w/ signing secret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471830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No eval(), no dynamic code execution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93776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Git-signed commits recommended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523036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A09 Logging &amp; Monitoring: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544982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Log auth failures + quota violations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566928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Never log PII, tokens, or full errors to client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588873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Vercel analytics + Turso metrics for anomalies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80" y="610819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Structured logging with [Module] prefix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20" y="3840480"/>
            <a:ext cx="3474720" cy="256032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39502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Calibri"/>
              </a:defRPr>
            </a:pPr>
            <a:r>
              <a:t>A10: SSRF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427939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validateExternalUrl() on ALL user-supplied URLs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457200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Blocks: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479145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Private IPs (10.x, 172.16.x, 192.168.x)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501091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Localhost (127.0.0.1, ::1, 0.0.0.0)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523036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Cloud metadata (169.254.169.254)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544982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Non-HTTP schemes (ftp, file, javascript)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566928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IPv6 private ranges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588873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*.internal hostnames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618134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⚠️ Test coverage: 16 SSRF tests in security.test.ts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ding_standards_bg_17727509263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8. Error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Fail gracefully — users should never see raw exceptions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2860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Calibri"/>
              </a:defRPr>
            </a:pPr>
            <a:r>
              <a:t>SERVER-SIDE ERRORS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Every API route: wrap main logic in try/catch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Use safeErrorResponse() — strips internal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Log the full error server-side (console.error with context)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Return appropriate HTTP status codes (400 for client, 500 for server)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96896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Never return error.message or error.stack to the client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303520" cy="22860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898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CLIENT-SIDE 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1907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Wrap page-level components in &lt;ErrorBoundary&gt;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Show user-friendly error states, not stack traces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57984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Retry failed fetches with fetchWithRetry() (max 3, exponential backoff)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77440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Implement loading / error / empty states for every data-driven component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96896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Log client errors to console with meaningful context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31920"/>
            <a:ext cx="5303520" cy="22860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416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RETRY 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7083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External API calls: 3 retries, delays [500, 1000, 2000]ms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90288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Database calls: single retry on transient errors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09744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AI calls: 2 retries for rate limits (429), no retry for 400s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029200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Webhook processing: idempotent handlers + dedup by event 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48656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Abort on timeout — never hang indefinitely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931920"/>
            <a:ext cx="5303520" cy="22860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0416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GRACEFUL DEGRADATION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37083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If AI fails → show manual form, not a blank page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590288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If email fails → queue for retry, show warning toast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809744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If external API fails → use cached data with staleness warning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029200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If auth fails → redirect to sign-in, preserve return 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48656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If DB fails → show maintenance page with support contact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ding_standards_bg_17727509263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9. TypeScript Conventions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Strict types, consistent naming, modular file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3474720" cy="50292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Calibri"/>
              </a:defRPr>
            </a:pPr>
            <a:r>
              <a:t>TYPE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strict: true in tsconfig — no exceptions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No 'any' in production code (lint-enforced)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Export interfaces from types.ts for shared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Use type guards for runtime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✅ Use: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950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interface FlyerConfig { ...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type AppMode = 'performer' | 'instructor' | 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2841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function isLead(x: unknown): x is Lead { ...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2102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❌ Avoid: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4048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as any, @ts-ignore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5993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Implicit any from missing return types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280160"/>
            <a:ext cx="3474720" cy="50292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Calibri"/>
              </a:defRPr>
            </a:pPr>
            <a:r>
              <a:t>FILE 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17190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src/app/ — Next.js pages (route-based)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93852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src/components/ — shared UI components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15798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src/hooks/ — shared React hooks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37744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src/lib/ — business logic &amp; utilities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59689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src/lib/db/ — database modules (by domain)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281635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src/lib/agent/ — AI agent modules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03580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src/__tests__/ — test 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32841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Module pattern: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5478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domain.ts — implementation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76732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index.ts — barrel exports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98678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domain.test.ts — tests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1280160"/>
            <a:ext cx="3474720" cy="50292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NAMING CONVENTIONS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17190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Files: kebab-case (api-client.ts)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193852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Components: PascalCase (StatCard.tsx)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15798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Functions: camelCase (dbGetAllLeads)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237744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Constants: SCREAMING_SNAKE (MAX_PAGE_SIZE)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259689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Types/Interfaces: PascalCase (LeadFilters)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281635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DB functions prefix: db (dbSaveLead)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10896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Function prefixes: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332841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db* — database operations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35478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fetch* — client API calls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376732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handle* — event handlers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398678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validate* — input 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ding_standards_bg_17727509263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10. Testing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Tests are the safety net for refactoring and scaling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2860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COVERAGE TARGETS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Utility functions (security, db helpers): 100%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API routes: integration tests for happy path + error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Components: test user interactions, not implementation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AI agents: mock OpenAI, test prompt building + response parsing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96896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Minimum: every PR must include tests for new logic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303520" cy="22860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898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TEST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1907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Framework: Vitest (vitest.config.mts with @ alias)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Files: *.test.ts alongside the code or in __tests__/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57984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Run: npm test (single run), npm run test:watch (dev mode)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77440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Organization: describe() per function, it() per behavior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96896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Name tests with 'should' pattern: it('should reject private IPs')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31920"/>
            <a:ext cx="5303520" cy="22860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416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Calibri"/>
              </a:defRPr>
            </a:pPr>
            <a:r>
              <a:t>MOCKING GUIDELINES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7083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Mock external services (OpenAI, Stripe, Resend), never hit real APIs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90288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Mock database with in-memory data structures for unit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09744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Use vitest.mock() for module-level mocks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029200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Reset mocks between tests (beforeEach / afterEach)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48656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Test edge cases: empty arrays, null values, timeout errors, rate limits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931920"/>
            <a:ext cx="5303520" cy="22860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0416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PERFORMANCE 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37083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Benchmark critical paths before and after changes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590288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Test with realistic data volumes (100+ items, not just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809744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Verify pagination works with large datasets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029200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Ensure no N+1 queries (monitor query count in tests)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48656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Measure rendering time for large lists/grids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ding_standards_bg_17727509263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11. CSS &amp; Styling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Design tokens, responsive patterns, and animation budgets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3474720" cy="50292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Calibri"/>
              </a:defRPr>
            </a:pPr>
            <a:r>
              <a:t>DESIGN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Use CSS custom properties from globals.css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Never hardcode colors — use var(--color-xxx)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Spacing scale: 4px, 8px, 12px, 16px, 20px, 24px, 32px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Border radius: var(--radius-sm/md/lg)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9689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Elevation: var(--elevation-1/2/3/4)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950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M3 Color roles: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--primary — main actions/brand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2841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--secondary — supporting elements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478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--tertiary — accents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6732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--error — destructive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8678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--surface — backgrounds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280160"/>
            <a:ext cx="3474720" cy="50292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RESPONSIVE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17190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Mobile-first approach: base styles → media queries 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93852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Breakpoints: 768px (mobile), 1024px (tablet)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15798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Use CSS Grid for 2D layouts, Flexbox for 1D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37744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Min touch target: 44×44px on mobile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59689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Test all pages at 320px, 768px, 1024px, 1440px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288950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Grid pattern: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10896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grid-template-columns: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32841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repeat(auto-fit, minmax(200px, 1fr))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62102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Stack on mobile, grid on desktop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1280160"/>
            <a:ext cx="3474720" cy="50292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ANIMATION BUDGETS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17190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Total animation budget per page: &lt; 16ms/frame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193852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Prefer transform + opacity (GPU-accelerated)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15798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Avoid animating: width, height, top, left, margin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237744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Use will-change sparingly (revokes after animation)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67004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Motion tokens: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288950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--motion-duration-fast: 150ms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10896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--motion-duration-medium: 300ms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32841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--motion-duration-slow: 500ms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62102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Prefer CSS transitions over JS animation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384048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Respect prefers-reduced-motion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ding_standards_bg_17727509263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12. Performance Budgets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Hard limits — new features must not exceed these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280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Calibri"/>
              </a:defRPr>
            </a:pPr>
            <a:r>
              <a:t>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280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Calibri"/>
              </a:defRPr>
            </a:pPr>
            <a:r>
              <a:t>Max (Hard Limit)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280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Calibri"/>
              </a:defRPr>
            </a:pPr>
            <a:r>
              <a:t>How to Measure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Largest Contentful Paint (LCP)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6916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Calibri"/>
              </a:defRPr>
            </a:pPr>
            <a:r>
              <a:t>&lt; 2.0s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6916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Calibri"/>
              </a:defRPr>
            </a:pPr>
            <a:r>
              <a:t>&lt; 2.5s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6916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Calibri"/>
              </a:defRPr>
            </a:pPr>
            <a:r>
              <a:t>Lighthouse / Web Vitals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0391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Cumulative Layout Shift (CLS)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0391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Calibri"/>
              </a:defRPr>
            </a:pPr>
            <a:r>
              <a:t>&lt; 0.05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0391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Calibri"/>
              </a:defRPr>
            </a:pPr>
            <a:r>
              <a:t>&lt; 0.1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0391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Calibri"/>
              </a:defRPr>
            </a:pPr>
            <a:r>
              <a:t>Lighthouse / Web Vitals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8658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First Input Delay (FID)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38658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Calibri"/>
              </a:defRPr>
            </a:pPr>
            <a:r>
              <a:t>&lt; 100ms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38658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Calibri"/>
              </a:defRPr>
            </a:pPr>
            <a:r>
              <a:t>&lt; 200ms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38658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Calibri"/>
              </a:defRPr>
            </a:pPr>
            <a:r>
              <a:t>Lighthouse / Web Vitals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7340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JS Bundle (per route)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7340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BBF24"/>
                </a:solidFill>
                <a:latin typeface="Calibri"/>
              </a:defRPr>
            </a:pPr>
            <a:r>
              <a:t>&lt; 150KB gz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27340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BBF24"/>
                </a:solidFill>
                <a:latin typeface="Calibri"/>
              </a:defRPr>
            </a:pPr>
            <a:r>
              <a:t>&lt; 250KB gz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73405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BBF24"/>
                </a:solidFill>
                <a:latin typeface="Calibri"/>
              </a:defRPr>
            </a:pPr>
            <a:r>
              <a:t>next build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081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CSS Bundle (total)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0815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BBF24"/>
                </a:solidFill>
                <a:latin typeface="Calibri"/>
              </a:defRPr>
            </a:pPr>
            <a:r>
              <a:t>&lt; 50KB gz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30815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BBF24"/>
                </a:solidFill>
                <a:latin typeface="Calibri"/>
              </a:defRPr>
            </a:pPr>
            <a:r>
              <a:t>&lt; 80KB gz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0815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BBF24"/>
                </a:solidFill>
                <a:latin typeface="Calibri"/>
              </a:defRPr>
            </a:pPr>
            <a:r>
              <a:t>next build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4290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API Response (p95)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34290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8BDF8"/>
                </a:solidFill>
                <a:latin typeface="Calibri"/>
              </a:defRPr>
            </a:pPr>
            <a:r>
              <a:t>&lt; 200ms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34290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8BDF8"/>
                </a:solidFill>
                <a:latin typeface="Calibri"/>
              </a:defRPr>
            </a:pPr>
            <a:r>
              <a:t>&lt; 500ms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34290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8BDF8"/>
                </a:solidFill>
                <a:latin typeface="Calibri"/>
              </a:defRPr>
            </a:pPr>
            <a:r>
              <a:t>Vercel analytics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7764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AI Route Response (p95)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37764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8BDF8"/>
                </a:solidFill>
                <a:latin typeface="Calibri"/>
              </a:defRPr>
            </a:pPr>
            <a:r>
              <a:t>&lt; 10s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37764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8BDF8"/>
                </a:solidFill>
                <a:latin typeface="Calibri"/>
              </a:defRPr>
            </a:pPr>
            <a:r>
              <a:t>&lt; 30s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37764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8BDF8"/>
                </a:solidFill>
                <a:latin typeface="Calibri"/>
              </a:defRPr>
            </a:pPr>
            <a:r>
              <a:t>Vercel logs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1239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Database Query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41239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55F7"/>
                </a:solidFill>
                <a:latin typeface="Calibri"/>
              </a:defRPr>
            </a:pPr>
            <a:r>
              <a:t>&lt; 50ms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41239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55F7"/>
                </a:solidFill>
                <a:latin typeface="Calibri"/>
              </a:defRPr>
            </a:pPr>
            <a:r>
              <a:t>&lt; 200ms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41239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55F7"/>
                </a:solidFill>
                <a:latin typeface="Calibri"/>
              </a:defRPr>
            </a:pPr>
            <a:r>
              <a:t>Turso metrics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4714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Image Size (max per image)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447141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55F7"/>
                </a:solidFill>
                <a:latin typeface="Calibri"/>
              </a:defRPr>
            </a:pPr>
            <a:r>
              <a:t>&lt; 200KB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447141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55F7"/>
                </a:solidFill>
                <a:latin typeface="Calibri"/>
              </a:defRPr>
            </a:pPr>
            <a:r>
              <a:t>&lt; 500KB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447141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55F7"/>
                </a:solidFill>
                <a:latin typeface="Calibri"/>
              </a:defRPr>
            </a:pPr>
            <a:r>
              <a:t>Vercel Blob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8188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Total Page Weight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48188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Calibri"/>
              </a:defRPr>
            </a:pPr>
            <a:r>
              <a:t>&lt; 1MB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0" y="48188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Calibri"/>
              </a:defRPr>
            </a:pPr>
            <a:r>
              <a:t>&lt; 2MB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48188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Calibri"/>
              </a:defRPr>
            </a:pPr>
            <a:r>
              <a:t>Lighthouse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394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⚠️ Any PR that causes a metric to exceed the hard limit MUST include a justification and an optimization plan.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ding_standards_bg_17727509263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13. Code Review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Every PR must satisfy these requirements before merging to main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3474720" cy="50292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Calibri"/>
              </a:defRPr>
            </a:pPr>
            <a:r>
              <a:t>MUST PASS (BLOCKING)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☐ next build completes with zero errors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☐ npm test passes (all tests green)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☐ No TypeScript 'any' or @ts-ignore added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☐ All list queries paginated (PaginatedResult)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9689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☐ Auth check in every API route (userId verified)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1635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☐ User input validated before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3580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☐ No secrets or PII in code/logs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5526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☐ Error responses use safeErrorResponse()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7472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☐ New functions have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9417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☐ Component &lt; 300 lines (or justified)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280160"/>
            <a:ext cx="3474720" cy="50292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SHOULD VERIFY (ADVISORY)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190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☐ Lighthouse score &gt; 90 on affected pages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193852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☐ No N+1 queries introduced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5798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☐ Loading/error/empty states for new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37744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☐ Mobile responsive (tested at 320px wide)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59689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☐ CSS uses design tokens, not hardcoded values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81635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☐ fetchWithRetry() for external API calls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03580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☐ Promise.all() for independent parallel calls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25526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☐ AbortController on fetches in useEffect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47472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☐ Semantic HTML + accessibility (alt text, labels)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69417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☐ Console.log removed (use structured logging)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1280160"/>
            <a:ext cx="3474720" cy="5029200"/>
          </a:xfrm>
          <a:prstGeom prst="rect">
            <a:avLst/>
          </a:prstGeom>
          <a:solidFill>
            <a:srgbClr val="101426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Calibri"/>
              </a:defRPr>
            </a:pPr>
            <a:r>
              <a:t>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17190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☐ JSDoc on exported functions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193852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☐ README updated for new env vars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15798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☐ Commit messages: conventional format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237744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  feat: / fix: / refactor: / docs: / test: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59689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☐ Breaking changes called out explicitly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281635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☐ Migration script if schema changes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10896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• Commit message examples: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32841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feat: add social analytics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54787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fix: pagination on leads endpoint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376732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refactor: split db.ts into modules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398678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Calibri"/>
              </a:defRPr>
            </a:pPr>
            <a:r>
              <a:t>  test: add security util coverage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ding_standards_bg_17727509263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Quick Reference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Copy-paste patterns for common 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1371600"/>
          </a:xfrm>
          <a:prstGeom prst="rect">
            <a:avLst/>
          </a:prstGeom>
          <a:solidFill>
            <a:srgbClr val="080A16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38BDF8"/>
                </a:solidFill>
                <a:latin typeface="Consolas"/>
              </a:defRPr>
            </a:pPr>
            <a:r>
              <a:t>// API Route Pattern</a:t>
            </a:r>
            <a:br/>
            <a:r>
              <a:t>export async function GET(req: NextRequest) {</a:t>
            </a:r>
            <a:br/>
            <a:r>
              <a:t>  const { userId } = await auth();</a:t>
            </a:r>
            <a:br/>
            <a:r>
              <a:t>  if (!userId) return safeErrorResponse('Unauthorized', 401);</a:t>
            </a:r>
            <a:br/>
            <a:r>
              <a:t>  try {</a:t>
            </a:r>
            <a:br/>
            <a:r>
              <a:t>    const data = await dbGetItems(userId, { limit: 200 });</a:t>
            </a:r>
            <a:br/>
            <a:r>
              <a:t>    return NextResponse.json(data);</a:t>
            </a:r>
            <a:br/>
            <a:r>
              <a:t>  } catch { return safeErrorResponse('Failed', 500); }</a:t>
            </a:r>
            <a:br/>
            <a: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303520" cy="1371600"/>
          </a:xfrm>
          <a:prstGeom prst="rect">
            <a:avLst/>
          </a:prstGeom>
          <a:solidFill>
            <a:srgbClr val="080A16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3716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4ADE80"/>
                </a:solidFill>
                <a:latin typeface="Consolas"/>
              </a:defRPr>
            </a:pPr>
            <a:r>
              <a:t>// Database Query Pattern</a:t>
            </a:r>
            <a:br/>
            <a:r>
              <a:t>export async function dbGetItems(</a:t>
            </a:r>
            <a:br/>
            <a:r>
              <a:t>  userId: string, pagination?: PaginationOptions</a:t>
            </a:r>
            <a:br/>
            <a:r>
              <a:t>): Promise&lt;PaginatedResult&lt;Item&gt;&gt; {</a:t>
            </a:r>
            <a:br/>
            <a:r>
              <a:t>  const limit = clampPageSize(pagination?.limit);</a:t>
            </a:r>
            <a:br/>
            <a:r>
              <a:t>  const offset = pagination?.offset ?? 0;</a:t>
            </a:r>
            <a:br/>
            <a:r>
              <a:t>  const [countR, dataR] = await Promise.all([countQ, dataQ]);</a:t>
            </a:r>
            <a:br/>
            <a:r>
              <a:t>  return { data, total, limit, offset, hasMore };</a:t>
            </a:r>
            <a:br/>
            <a: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26080"/>
            <a:ext cx="5303520" cy="1371600"/>
          </a:xfrm>
          <a:prstGeom prst="rect">
            <a:avLst/>
          </a:prstGeom>
          <a:solidFill>
            <a:srgbClr val="080A16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0175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A855F7"/>
                </a:solidFill>
                <a:latin typeface="Consolas"/>
              </a:defRPr>
            </a:pPr>
            <a:r>
              <a:t>// Client Fetch Pattern</a:t>
            </a:r>
            <a:br/>
            <a:r>
              <a:t>useEffect(() =&gt; {</a:t>
            </a:r>
            <a:br/>
            <a:r>
              <a:t>  const ctrl = new AbortController();</a:t>
            </a:r>
            <a:br/>
            <a:r>
              <a:t>  Promise.all([</a:t>
            </a:r>
            <a:br/>
            <a:r>
              <a:t>    fetchEvents(), fetchLeads(), fetchStats()</a:t>
            </a:r>
            <a:br/>
            <a:r>
              <a:t>  ]).then(([events, leads, stats]) =&gt; {</a:t>
            </a:r>
            <a:br/>
            <a:r>
              <a:t>    setEvents(events); setLeads(leads);</a:t>
            </a:r>
            <a:br/>
            <a:r>
              <a:t>  }).catch(e =&gt; !ctrl.signal.aborted &amp;&amp; setError(e));</a:t>
            </a:r>
            <a:br/>
            <a:r>
              <a:t>  return () =&gt; ctrl.abort();</a:t>
            </a:r>
            <a:br/>
            <a:r>
              <a:t>}, []);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926080"/>
            <a:ext cx="5303520" cy="1371600"/>
          </a:xfrm>
          <a:prstGeom prst="rect">
            <a:avLst/>
          </a:prstGeom>
          <a:solidFill>
            <a:srgbClr val="080A16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0175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FBBF24"/>
                </a:solidFill>
                <a:latin typeface="Consolas"/>
              </a:defRPr>
            </a:pPr>
            <a:r>
              <a:t>// Component Pattern</a:t>
            </a:r>
            <a:br/>
            <a:r>
              <a:t>'use client';</a:t>
            </a:r>
            <a:br/>
            <a:r>
              <a:t>interface StatCardProps {</a:t>
            </a:r>
            <a:br/>
            <a:r>
              <a:t>  value: string | number;</a:t>
            </a:r>
            <a:br/>
            <a:r>
              <a:t>  label: string;</a:t>
            </a:r>
            <a:br/>
            <a:r>
              <a:t>  accentColor?: string;</a:t>
            </a:r>
            <a:br/>
            <a:r>
              <a:t>}</a:t>
            </a:r>
            <a:br/>
            <a:r>
              <a:t>export default function StatCard({</a:t>
            </a:r>
            <a:br/>
            <a:r>
              <a:t>  value, label, accentColor = 'var(--accent-purple)'</a:t>
            </a:r>
            <a:br/>
            <a:r>
              <a:t>}: StatCardProps) { ... 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72000"/>
            <a:ext cx="5303520" cy="1097280"/>
          </a:xfrm>
          <a:prstGeom prst="rect">
            <a:avLst/>
          </a:prstGeom>
          <a:solidFill>
            <a:srgbClr val="080A16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6634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F87171"/>
                </a:solidFill>
                <a:latin typeface="Consolas"/>
              </a:defRPr>
            </a:pPr>
            <a:r>
              <a:t>// Test Pattern</a:t>
            </a:r>
            <a:br/>
            <a:r>
              <a:t>describe('validateExternalUrl', () =&gt; {</a:t>
            </a:r>
            <a:br/>
            <a:r>
              <a:t>  it('should block SSRF to private IPs', () =&gt; {</a:t>
            </a:r>
            <a:br/>
            <a:r>
              <a:t>    expect(validateExternalUrl('http://10.0.0.1').valid).toBe(false);</a:t>
            </a:r>
            <a:br/>
            <a:r>
              <a:t>  });</a:t>
            </a:r>
            <a:br/>
            <a:r>
              <a:t>});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572000"/>
            <a:ext cx="5303520" cy="1097280"/>
          </a:xfrm>
          <a:prstGeom prst="rect">
            <a:avLst/>
          </a:prstGeom>
          <a:solidFill>
            <a:srgbClr val="080A16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6634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2DD4BF"/>
                </a:solidFill>
                <a:latin typeface="Consolas"/>
              </a:defRPr>
            </a:pPr>
            <a:r>
              <a:t>// Error Handling Pattern</a:t>
            </a:r>
            <a:br/>
            <a:r>
              <a:t>try {</a:t>
            </a:r>
            <a:br/>
            <a:r>
              <a:t>  const result = await fetchWithRetry(url, { retries: 3 });</a:t>
            </a:r>
            <a:br/>
            <a:r>
              <a:t>  return result.json();</a:t>
            </a:r>
            <a:br/>
            <a:r>
              <a:t>} catch (err) {</a:t>
            </a:r>
            <a:br/>
            <a:r>
              <a:t>  console.error('[FeatureName] Failed:', err);</a:t>
            </a:r>
            <a:br/>
            <a:r>
              <a:t>  return safeErrorResponse('Service unavailable', 503);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ding_standards_bg_17727509263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GigLift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DD4BF"/>
                </a:solidFill>
                <a:latin typeface="Calibri"/>
              </a:defRPr>
            </a:pPr>
            <a:r>
              <a:t>Coding Standards &amp; Performance 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8C8DC"/>
                </a:solidFill>
                <a:latin typeface="Calibri"/>
              </a:defRPr>
            </a:pPr>
            <a:r>
              <a:t>Build fast. Ship safe. Scale confidently.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A5"/>
                </a:solidFill>
                <a:latin typeface="Calibri"/>
              </a:defRPr>
            </a:pPr>
            <a:r>
              <a:t>"Every line of code should be written as if the person maintaining it</a:t>
            </a:r>
            <a:br/>
            <a:r>
              <a:t>is a violent psychopath who knows where you live."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8CA5"/>
                </a:solidFill>
                <a:latin typeface="Calibri"/>
              </a:defRPr>
            </a:pPr>
            <a:r>
              <a:t>— Martin Golding (paraphrased)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C8CA5"/>
                </a:solidFill>
                <a:latin typeface="Calibri"/>
              </a:defRPr>
            </a:pPr>
            <a:r>
              <a:t>v1.0  •  March 2026  •  Living document — updated with each major feature release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