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🛡  GigLift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A855F7"/>
                </a:solidFill>
              </a:defRPr>
            </a:pPr>
            <a:r>
              <a:t>Security-First Engineering  •  OWASP Top 10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CCCCDD"/>
                </a:solidFill>
              </a:defRPr>
            </a:pPr>
            <a:r>
              <a:t>GigLift is built with security as a foundational design principle, not an afterthought.</a:t>
            </a:r>
            <a:br/>
            <a:r>
              <a:t>Every layer — from network headers to database queries — implements defense-in-depth.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Security-Forward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Defense-in-depth across every layer of the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00D4E6"/>
                </a:solidFill>
              </a:defRPr>
            </a:pPr>
            <a:r>
              <a:t>🔐 Zero Trust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Every request is authenticated.</a:t>
            </a:r>
            <a:br/>
            <a:r>
              <a:t>No implicit trust between</a:t>
            </a:r>
            <a:br/>
            <a:r>
              <a:t>components. Clerk middleware</a:t>
            </a:r>
            <a:br/>
            <a:r>
              <a:t>verifies every route. Admin</a:t>
            </a:r>
            <a:br/>
            <a:r>
              <a:t>endpoints require explicit</a:t>
            </a:r>
            <a:br/>
            <a:r>
              <a:t>role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A855F7"/>
                </a:solidFill>
              </a:defRPr>
            </a:pPr>
            <a:r>
              <a:t>🏗 Secure by Default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All routes are protected unless</a:t>
            </a:r>
            <a:br/>
            <a:r>
              <a:t>explicitly marked public.</a:t>
            </a:r>
            <a:br/>
            <a:r>
              <a:t>Only 13 routes whitelisted.</a:t>
            </a:r>
            <a:br/>
            <a:r>
              <a:t>New endpoints inherit</a:t>
            </a:r>
            <a:br/>
            <a:r>
              <a:t>authentication automatically</a:t>
            </a:r>
            <a:br/>
            <a:r>
              <a:t>from middleware.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22C55E"/>
                </a:solidFill>
              </a:defRPr>
            </a:pPr>
            <a:r>
              <a:t>🛡 Defense in Depth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Security isn't a single gate —</a:t>
            </a:r>
            <a:br/>
            <a:r>
              <a:t>it's layered. Network headers,</a:t>
            </a:r>
            <a:br/>
            <a:r>
              <a:t>auth middleware, rate limiting,</a:t>
            </a:r>
            <a:br/>
            <a:r>
              <a:t>input validation, parameterized</a:t>
            </a:r>
            <a:br/>
            <a:r>
              <a:t>queries, and safe error</a:t>
            </a:r>
            <a:br/>
            <a:r>
              <a:t>handling work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048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F59E0B"/>
                </a:solidFill>
              </a:defRPr>
            </a:pPr>
            <a:r>
              <a:t>📐 Least Privilege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Users only access their own</a:t>
            </a:r>
            <a:br/>
            <a:r>
              <a:t>data (multi-tenant isolation).</a:t>
            </a:r>
            <a:br/>
            <a:r>
              <a:t>Admins have separate routes.</a:t>
            </a:r>
            <a:br/>
            <a:r>
              <a:t>API keys have minimal scopes.</a:t>
            </a:r>
            <a:br/>
            <a:r>
              <a:t>Cron secrets protect</a:t>
            </a:r>
            <a:br/>
            <a:r>
              <a:t>scheduled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84048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38BDF8"/>
                </a:solidFill>
              </a:defRPr>
            </a:pPr>
            <a:r>
              <a:t>🔍 Fail Secure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Errors default to deny.</a:t>
            </a:r>
            <a:br/>
            <a:r>
              <a:t>Missing auth → 401.</a:t>
            </a:r>
            <a:br/>
            <a:r>
              <a:t>Invalid role → 403.</a:t>
            </a:r>
            <a:br/>
            <a:r>
              <a:t>Rate exceeded → 429.</a:t>
            </a:r>
            <a:br/>
            <a:r>
              <a:t>Production errors return</a:t>
            </a:r>
            <a:br/>
            <a:r>
              <a:t>generic messages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t>📊 Audit Ready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All data operations are logged.</a:t>
            </a:r>
            <a:br/>
            <a:r>
              <a:t>Webhook events are verified.</a:t>
            </a:r>
            <a:br/>
            <a:r>
              <a:t>Email sends are tracked.</a:t>
            </a:r>
            <a:br/>
            <a:r>
              <a:t>Search quota is metered.</a:t>
            </a:r>
            <a:br/>
            <a:r>
              <a:t>Platform-wide admin</a:t>
            </a:r>
            <a:br/>
            <a:r>
              <a:t>dashboard for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OWASP Top 10 (2021) Compliance — A01–A05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Mapping GigLift controls to the OWASP Application Security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A01: Broken Access Control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Clerk middleware enforces auth on all non-public routes</a:t>
            </a:r>
            <a:br/>
            <a:r>
              <a:t>• Per-route userId verification in every API handler</a:t>
            </a:r>
            <a:br/>
            <a:r>
              <a:t>• Row-level tenant isolation: WHERE user_id = ?</a:t>
            </a:r>
            <a:br/>
            <a:r>
              <a:t>• Admin RBAC via publicMetadata.role check</a:t>
            </a:r>
            <a:br/>
            <a:r>
              <a:t>• Mass-assignment protection (pickFields allowlist)</a:t>
            </a:r>
            <a:br/>
            <a:r>
              <a:t>• CORS restricted (no Access-Control-Allow-Origin: *)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A02: Cryptographic Failures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HSTS enforced: max-age=31536000; preload</a:t>
            </a:r>
            <a:br/>
            <a:r>
              <a:t>• All traffic over TLS 1.3 (Vercel edge)</a:t>
            </a:r>
            <a:br/>
            <a:r>
              <a:t>• Secrets stored in environment variables only</a:t>
            </a:r>
            <a:br/>
            <a:r>
              <a:t>• No client-side secret exposure</a:t>
            </a:r>
            <a:br/>
            <a:r>
              <a:t>• Stripe webhook signature verification (300s window)</a:t>
            </a:r>
            <a:br/>
            <a:r>
              <a:t>• Turso auth token for database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A03: Injection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All SQL uses parameterized queries via libsql</a:t>
            </a:r>
            <a:br/>
            <a:r>
              <a:t>• No string concatenation in any SQL statement</a:t>
            </a:r>
            <a:br/>
            <a:r>
              <a:t>• escapeLikeQuery() for LIKE searches</a:t>
            </a:r>
            <a:br/>
            <a:r>
              <a:t>• No eval(), no dangerouslySetInnerHTML with user data</a:t>
            </a:r>
            <a:br/>
            <a:r>
              <a:t>• CSP header blocks inline script injection</a:t>
            </a:r>
            <a:br/>
            <a:r>
              <a:t>• File upload: magic-byte validation prevents spoofing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A04: Insecure Design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Security reviews embedded in development process</a:t>
            </a:r>
            <a:br/>
            <a:r>
              <a:t>• Threat modeling: rate limits on all expensive ops</a:t>
            </a:r>
            <a:br/>
            <a:r>
              <a:t>• Business logic: plan enforcement on scans/leads</a:t>
            </a:r>
            <a:br/>
            <a:r>
              <a:t>• Search quota system prevents resource abuse</a:t>
            </a:r>
            <a:br/>
            <a:r>
              <a:t>• Webhook idempotency (comp user protection)</a:t>
            </a:r>
            <a:br/>
            <a:r>
              <a:t>• Input validation with field length caps (10KB)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931920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A05: Security Misconfiguration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Security headers configured in next.config.ts</a:t>
            </a:r>
            <a:br/>
            <a:r>
              <a:t>• X-Frame-Options: DENY (clickjacking prevention)</a:t>
            </a:r>
            <a:br/>
            <a:r>
              <a:t>• X-Content-Type-Options: nosniff (MIME sniffing)</a:t>
            </a:r>
            <a:br/>
            <a:r>
              <a:t>• Permissions-Policy: camera/mic/geo disabled</a:t>
            </a:r>
            <a:br/>
            <a:r>
              <a:t>• Referrer-Policy: strict-origin-when-cross-origin</a:t>
            </a:r>
            <a:br/>
            <a:r>
              <a:t>• No default credentials, .env.local in .gitignore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OWASP Top 10 (2021) Compliance — A06–A10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A06: Vulnerable Components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npm audit for dependency scanning</a:t>
            </a:r>
            <a:br/>
            <a:r>
              <a:t>• Minimal dependency footprint</a:t>
            </a:r>
            <a:br/>
            <a:r>
              <a:t>• Core deps: Next.js, Clerk, Stripe (enterprise-grade)</a:t>
            </a:r>
            <a:br/>
            <a:r>
              <a:t>• No known CVEs in production dependencies</a:t>
            </a:r>
            <a:br/>
            <a:r>
              <a:t>• Vercel automatic security patching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8016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A07: Auth &amp; Identity Failures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Clerk handles auth (SSO, MFA, session mgmt)</a:t>
            </a:r>
            <a:br/>
            <a:r>
              <a:t>• No custom password storage</a:t>
            </a:r>
            <a:br/>
            <a:r>
              <a:t>• Session tokens with automatic rotation</a:t>
            </a:r>
            <a:br/>
            <a:r>
              <a:t>• Brute-force protection built into Clerk</a:t>
            </a:r>
            <a:br/>
            <a:r>
              <a:t>• Rate limits on billing/checkout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A08: Data Integrity Failures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Stripe webhook signature verification</a:t>
            </a:r>
            <a:br/>
            <a:r>
              <a:t>• 300-second replay attack window</a:t>
            </a:r>
            <a:br/>
            <a:r>
              <a:t>• CRON_SECRET on all scheduled endpoints</a:t>
            </a:r>
            <a:br/>
            <a:r>
              <a:t>• Comp user protection (prevents downgrade)</a:t>
            </a:r>
            <a:br/>
            <a:r>
              <a:t>• ON CONFLICT upsert prevents duplicates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79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A09: Logging &amp; Monitoring</a:t>
            </a:r>
          </a:p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</a:defRPr>
            </a:pPr>
            <a:r>
              <a:t>⚠️ PARTIAL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Console error logging on all endpoints</a:t>
            </a:r>
            <a:br/>
            <a:r>
              <a:t>• Plausible analytics for traffic monitoring</a:t>
            </a:r>
            <a:br/>
            <a:r>
              <a:t>• Admin dashboard for platform stats</a:t>
            </a:r>
            <a:br/>
            <a:r>
              <a:t>• Webhook event processing logged</a:t>
            </a:r>
            <a:br/>
            <a:r>
              <a:t>• Enhancement: structured logging (planned)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840479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A10: Server-Side Request Forgery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✅ COMPLIANT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• No user-controlled URLs passed to fetch()</a:t>
            </a:r>
            <a:br/>
            <a:r>
              <a:t>• SerpAPI calls use fixed API endpoint</a:t>
            </a:r>
            <a:br/>
            <a:r>
              <a:t>• OpenAI calls use official SDK</a:t>
            </a:r>
            <a:br/>
            <a:r>
              <a:t>• Resend calls use server-side SDK</a:t>
            </a:r>
            <a:br/>
            <a:r>
              <a:t>• No proxy or redirect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Authentication &amp; Authorization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Clerk-powered identity with multi-layer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00D4E6"/>
                </a:solidFill>
              </a:defRPr>
            </a:pPr>
            <a:r>
              <a:t>🔐 Authentication Flow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1. User → Clerk Hosted Sign-In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SSO: Google, GitHub, Apple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MFA: TOTP, SMS optional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2. Clerk Issues Session Token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HTTP-only, Secure, SameSite cookie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Automatic rotation on refresh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3. clerkMiddleware() validates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Runs on EVERY request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Checks token validity, expiry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4. auth() in API handlers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Extracts userId from session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   Returns 401 if missing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🛡 Authorization Model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PUBLIC ROUTES (13)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/, /sign-in, /sign-up, /pricing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/terms, /privacy, /ambassador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/guide, /gigs/*, /epk/*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/api/epk/*, /api/webhooks/*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/api/ambassador/track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PROTECTED ROUTES (All Others)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Require valid session token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userId checked in every handler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ADMIN ROUTES (/admin/*)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Require role === 'admin'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Checked via Clerk Backend API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Returns 403 if not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338328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22C55E"/>
                </a:solidFill>
              </a:defRPr>
            </a:pPr>
            <a:r>
              <a:t>📊 Data Isolation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22C55E"/>
                </a:solidFill>
              </a:defRPr>
            </a:pPr>
            <a:r>
              <a:t>Multi-Tenant Architecture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Every database table scoped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by user_id column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Every query includes: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WHERE user_id = ?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No cross-tenant data access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even if lead_id is known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Admin queries use separate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privileged functions with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explicit role checks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13 tables, all isolated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Input Validation &amp; Injection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Multi-layer input sanitization prevents all injection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00D4E6"/>
                </a:solidFill>
              </a:defRPr>
            </a:pPr>
            <a:r>
              <a:t>🗃 SQL Injection Prevention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All queries use parameterized statements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libsql client with { sql, args: [] } pattern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LIKE queries use escapeLikeQuery()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No string concatenation in SQL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No ORM — direct control over all queries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22C55E"/>
                </a:solidFill>
              </a:defRPr>
            </a:pPr>
            <a:r>
              <a:t>📁 File Upload Validation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MIME type allowlist (12 approved types)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Magic-byte validation (JPEG, PNG, MP4...)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Filename sanitization (no path traversal)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Tiered size limits (10MB img / 50MB video)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File name length capped at 255 chars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338328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🔤 XSS Prevention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React auto-escapes all JSX output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No dangerouslySetInnerHTML with user data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CSP header blocks inline script injection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X-Content-Type-Options: nosniff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No eval() or Function()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📝 Data Validation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Event status: VALID_STATUSES allowlist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String fields capped at 10,000 chars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Event updates: pickFields() mass-assign guard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Lead score: AI-computed, not user-settable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✅ Plan limits enforced before writes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740664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⚡ Rate Limiting Matrix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Endpoint                              Limit         Bucket Key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/api/events POST/PUT                  20 req/min    events:{userId}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/api/events/[id] DELETE                10 req/min    events-del:{userId}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/api/leads POST                        15 req/min    leads:{userId}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/api/leads DELETE (bulk)                3 req/min    leads-del:{userId}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/api/leads/scan                        10 req/min    scan:{userId}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/api/leads/auto-scan                    5 req/min    auto-scan:{userId}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/api/social/brand POST                 10 req/min    brand:{userId}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/api/social/media POST                 10 req/min    media:{userId}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/api/social/media DELETE                5 req/min    media-del:{userId}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/api/flyer POST                        10 req/min    flyer:{userId}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/api/flyer/generate-bg                  3 req/min    flyer-bg:{userId}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/api/checkout                           5 req/min    checkout:{userId}</a:t>
            </a:r>
          </a:p>
          <a:p>
            <a:pPr>
              <a:spcAft>
                <a:spcPts val="200"/>
              </a:spcAft>
              <a:defRPr sz="800" b="0">
                <a:solidFill>
                  <a:srgbClr val="CCCCDD"/>
                </a:solidFill>
              </a:defRPr>
            </a:pPr>
            <a:r>
              <a:t>/api/billing-portal                     5 req/min    billing:{userId}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Network Security &amp; HTTP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Enforced on every response via next.config.ts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Strict-Transport-Security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max-age=31536000;</a:t>
            </a:r>
            <a:br/>
            <a:r>
              <a:t>includeSubDomains; preload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Forces HTTPS for 1 year. Submitted</a:t>
            </a:r>
            <a:br/>
            <a:r>
              <a:t>for HSTS preload list inclusion.</a:t>
            </a:r>
            <a:br/>
            <a:r>
              <a:t>Prevents SSL stripping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Content-Security-Policy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default-src 'self';</a:t>
            </a:r>
            <a:br/>
            <a:r>
              <a:t>script-src 'self' 'unsafe-inline'</a:t>
            </a:r>
            <a:br/>
            <a:r>
              <a:t>https://*.clerk.dev ...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Strict allowlist controls which</a:t>
            </a:r>
            <a:br/>
            <a:r>
              <a:t>domains can serve scripts, styles,</a:t>
            </a:r>
            <a:br/>
            <a:r>
              <a:t>images, and connections. Blocks</a:t>
            </a:r>
            <a:br/>
            <a:r>
              <a:t>XSS and data exfiltration.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X-Frame-Options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DENY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Prevents the page from being</a:t>
            </a:r>
            <a:br/>
            <a:r>
              <a:t>embedded in iframes. Blocks</a:t>
            </a:r>
            <a:br/>
            <a:r>
              <a:t>clickjacking attacks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048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X-Content-Type-Options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nosniff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Prevents browsers from MIME-type</a:t>
            </a:r>
            <a:br/>
            <a:r>
              <a:t>sniffing. Forces declared content</a:t>
            </a:r>
            <a:br/>
            <a:r>
              <a:t>type to be respected.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84048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Referrer-Policy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strict-origin-when-</a:t>
            </a:r>
            <a:br/>
            <a:r>
              <a:t>cross-origin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Limits referrer information sent</a:t>
            </a:r>
            <a:br/>
            <a:r>
              <a:t>to external sites. Prevents URL</a:t>
            </a:r>
            <a:br/>
            <a:r>
              <a:t>leakage to third parties.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657600" cy="219456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Permissions-Policy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camera=(), microphone=(),</a:t>
            </a:r>
            <a:br/>
            <a:r>
              <a:t>geolocation=()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Disables access to sensitive</a:t>
            </a:r>
            <a:br/>
            <a:r>
              <a:t>browser APIs. No camera, mic,</a:t>
            </a:r>
            <a:br/>
            <a:r>
              <a:t>or location access allowed.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Payment &amp; Webhook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PCI DSS delegated to Stripe — no card data touches our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00D4E6"/>
                </a:solidFill>
              </a:defRPr>
            </a:pPr>
            <a:r>
              <a:t>💳 PCI Compliance via Stripe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Card data never touches GigLift servers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Stripe.js hosted checkout: tokenized in Stripe's PCI Level 1 environment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Customer billing portal: managed entirely by Stripe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STRIPE_SECRET_KEY stored server-side only, never in client bundle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No credit card numbers, CVVs, or PANs stored in our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A855F7"/>
                </a:solidFill>
              </a:defRPr>
            </a:pPr>
            <a:r>
              <a:t>🔐 Webhook Signature Verification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All Stripe webhooks verified via constructEvent()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STRIPE_WEBHOOK_SECRET stored in env vars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300-second tolerance window (rejects replayed events)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Invalid signatures return 400 immediately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Comped user protection prevents malicious downgrades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22C55E"/>
                </a:solidFill>
              </a:defRPr>
            </a:pPr>
            <a:r>
              <a:t>🕐 Cron Endpoint Protection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All 6 agent cron endpoints require CRON_SECRET header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Vercel Cron: automatic secret injection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Manual triggers: admin role + CRON_SECRET required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Failed auth returns 401 without executing agent logic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Each agent logs execution for audit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4864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500" b="1">
                <a:solidFill>
                  <a:srgbClr val="F59E0B"/>
                </a:solidFill>
              </a:defRPr>
            </a:pPr>
            <a:r>
              <a:t>🔒 Secrets Management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All secrets in Vercel Environment Variables (encrypted at rest)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.env.local in .gitignore — never committed to source control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NEXT_PUBLIC_ prefix only for non-sensitive publishable keys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API keys: Stripe, Clerk, Turso, OpenAI, SerpAPI, Resend, Cron</a:t>
            </a:r>
          </a:p>
          <a:p>
            <a:pPr>
              <a:spcAft>
                <a:spcPts val="200"/>
              </a:spcAft>
              <a:defRPr sz="1100" b="0">
                <a:solidFill>
                  <a:srgbClr val="CCCCDD"/>
                </a:solidFill>
              </a:defRPr>
            </a:pPr>
            <a:r>
              <a:t>• Production errors: safeError() hides internals from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Controls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Comprehensive defense-in-depth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657600"/>
                <a:gridCol w="2103120"/>
              </a:tblGrid>
              <a:tr h="3169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Clerk SSO + MFA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non-public routes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Authorization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RBAC + tenant isolation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Every API handler + DB query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SQL Injection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Parameterized queries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13 tables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XSS Prevention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React escaping + CSP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rendered content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CSRF Protection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SameSite cookies (Clerk)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mutations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Clickjacking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X-Frame-Options: DENY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responses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Transport Security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HSTS + TLS 1.3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connections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Rate Limiting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Token-bucket per user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17 endpoints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A-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File Upload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Magic bytes + allowlist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Media upload endpoint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Payment Security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Stripe PCI Level 1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billing flows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Webhook Integrity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Signature verification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Stripe webhooks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Error Handling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safeError() in prod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All write endpoints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Secret Storage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Env vars (encrypted)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7 API keys/tokens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2C55E"/>
                          </a:solidFill>
                        </a:defRPr>
                      </a:pPr>
                      <a:r>
                        <a:t>✅ A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Plausible + admin dash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DD"/>
                          </a:solidFill>
                        </a:defRPr>
                      </a:pPr>
                      <a:r>
                        <a:t>Platform-wide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9E0B"/>
                          </a:solidFill>
                        </a:defRPr>
                      </a:pPr>
                      <a:r>
                        <a:t>⚠️ B+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OWASP Top 10 Compliance Scorecard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280160"/>
          <a:ext cx="7589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103120"/>
              </a:tblGrid>
              <a:tr h="3740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OWASP ID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D2D5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A01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Broken Access Control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A02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Cryptographic Failures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A03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Injection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A04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Insecure Design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A05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Security Misconfiguration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A06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Vulnerable Components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A07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Auth &amp; Identity Failures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A08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Data Integrity Failures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A09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Logging &amp; Monitoring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151530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A10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DD"/>
                          </a:solidFill>
                        </a:defRPr>
                      </a:pPr>
                      <a:r>
                        <a:t>SSRF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✅ Compliant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0" y="54864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Overall OWASP Compliance: 9/10 Fully Compliant  •  1/10 Partial  •  0/10 Non-Compliant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CCCDD"/>
                </a:solidFill>
              </a:defRPr>
            </a:pPr>
            <a:r>
              <a:t>GigLift — Security Architecture  •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