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GigLift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A855F7"/>
                </a:solidFill>
              </a:defRPr>
            </a:pPr>
            <a:r>
              <a:t>Complete Field Reference for 13 Tables + 51 TypeScript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CCCDD"/>
                </a:solidFill>
              </a:defRPr>
            </a:pPr>
            <a:r>
              <a:t>GigLift — Technical Documentation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Booking events — concerts, gigs, residencies, corporate events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 — tenant isolation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Full Event object serialized as JSON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ISO 8601 timestamp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Updated on every save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Discovered leads — venues, events, contacts, organizations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823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lead_id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 — tenant isolation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Full Lead object as JSON (30+ fields)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dedupe_key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Hash for deduplication (name+city+state)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lead_score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AI-computed lead quality (0–100)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'new'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Pipeline: new→contacted→responded→booked→rejected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'P3'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Priority: P1 (hot) → P4 (cold)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'performer'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Discovery mode: performer/instructor/studio/touring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When lead was discovered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Last modification timestamp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query_seeds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Search templates — define regions and keywords for auto-scanning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QuerySeed object as JSON (region, keywords, source)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Boolean flag — 1=active, 0=paused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'performer'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Discovery mode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Seed creation timestamp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brand_profiles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Brand voice &amp; identity — configures AI-generated social content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BrandProfile JSON (voice, vibes, colors, accounts)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Last profile update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social_posts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Social media post queue — AI-generated or manual content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823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SocialPost JSON (caption, hashtags, CTA, media refs)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'idea'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Workflow: idea→draft→scheduled→published→archived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Content pillar: bts/educational/promo/lifestyle/community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post_type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Format: reel/carousel/story/post/live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plan_id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FK → content_plans.id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scheduled_for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ISO 8601 scheduled publish time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Post creation timestamp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Last modification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sent_emails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Email delivery history — outreach and transactional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event_id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FK → events.id (optional)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to_email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Recipient email address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Email subject line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body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Full email body 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'sent'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Delivery: sent | failed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resend_id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Resend API message ID for tracking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sent_at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Send timestamp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email_templates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Reusable email templates with variable placeholders — 3 defaults seeded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Primary key (UUID v4)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user 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Template name (Cold Intro, Follow-Up, etc.)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Subject line with {{venue}}, {{contact}} placeholders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body_template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Email body with {{variable}} placeholders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Template creation time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datetime('now')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Last edit timestamp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flyer_configs / epk_configs / search_quota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Configuration tables — flyer builder, press kit, and search quota tracking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2286000"/>
                <a:gridCol w="4846320"/>
              </a:tblGrid>
              <a:tr h="386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flyer_configs.id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 PK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Flyer config UUID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flyer_configs.user_id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Owner user ID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flyer_configs.event_id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''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FK → events (optional)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flyer_configs.data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Flyer JSON (bg URL, text, logo, QR)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epk_configs.user_id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 PK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1:1 with user (PK = user_id)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epk_configs.data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EPK JSON (theme, sections, media)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search_quota.quota_key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TEXT PK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Format: userId:YYYY-MM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search_quota.count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Scans used this period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