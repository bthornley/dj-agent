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GigLift Database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A855F7"/>
                </a:solidFill>
              </a:defRPr>
            </a:pPr>
            <a:r>
              <a:t>Turso (LibSQL) — 13 Multi-Tenant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CCCDD"/>
                </a:solidFill>
              </a:defRPr>
            </a:pPr>
            <a:r>
              <a:t>GigLift — Technical Documentation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Database Schema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All tables use user_id for multi-tenant data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events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Booking events</a:t>
            </a:r>
            <a:br/>
            <a:r>
              <a:t>6 columns + JSON data</a:t>
            </a:r>
            <a:br/>
            <a:r>
              <a:t>PK: id (UUID)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leads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Discovered leads</a:t>
            </a:r>
            <a:br/>
            <a:r>
              <a:t>10 columns + JSON data</a:t>
            </a:r>
            <a:br/>
            <a:r>
              <a:t>PK: lead_id (UUID)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query_seeds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Search templates</a:t>
            </a:r>
            <a:br/>
            <a:r>
              <a:t>6 columns + JSON data</a:t>
            </a:r>
            <a:br/>
            <a:r>
              <a:t>PK: id (UUID)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37160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search_quota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Rate limiting</a:t>
            </a:r>
            <a:br/>
            <a:r>
              <a:t>2 columns</a:t>
            </a:r>
            <a:br/>
            <a:r>
              <a:t>PK: quota_key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01752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brand_profiles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Social brand config</a:t>
            </a:r>
            <a:br/>
            <a:r>
              <a:t>4 columns + JSON data</a:t>
            </a:r>
            <a:br/>
            <a:r>
              <a:t>PK: id (UUID)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01752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social_posts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Post queue</a:t>
            </a:r>
            <a:br/>
            <a:r>
              <a:t>10 columns + JSON data</a:t>
            </a:r>
            <a:br/>
            <a:r>
              <a:t>PK: id (UUID)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content_plans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Weekly plans</a:t>
            </a:r>
            <a:br/>
            <a:r>
              <a:t>7 columns + JSON data</a:t>
            </a:r>
            <a:br/>
            <a:r>
              <a:t>PK: id (UUID)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01752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engagement_tasks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Comment/DM tasks</a:t>
            </a:r>
            <a:br/>
            <a:r>
              <a:t>8 columns + JSON data</a:t>
            </a:r>
            <a:br/>
            <a:r>
              <a:t>PK: id (UUID)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66344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media_assets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Uploaded files</a:t>
            </a:r>
            <a:br/>
            <a:r>
              <a:t>7 columns + JSON data</a:t>
            </a:r>
            <a:br/>
            <a:r>
              <a:t>PK: id (UUID)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66344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epk_configs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Press kit config</a:t>
            </a:r>
            <a:br/>
            <a:r>
              <a:t>3 columns + JSON data</a:t>
            </a:r>
            <a:br/>
            <a:r>
              <a:t>PK: user_id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66344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sent_emails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Email history</a:t>
            </a:r>
            <a:br/>
            <a:r>
              <a:t>9 columns (no JSON)</a:t>
            </a:r>
            <a:br/>
            <a:r>
              <a:t>PK: id (UUID)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663440"/>
            <a:ext cx="2743200" cy="146304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email_templates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Email templates</a:t>
            </a:r>
            <a:br/>
            <a:r>
              <a:t>7 columns (no JSON)</a:t>
            </a:r>
            <a:br/>
            <a:r>
              <a:t>PK: id (UUID)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Tables — Events, Leads, Seeds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657600" cy="256032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00D4E6"/>
                </a:solidFill>
              </a:defRPr>
            </a:pPr>
            <a:r>
              <a:t>events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id TEXT PK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user_id TEXT NOT NULL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data TEXT (JSON blob)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created_at TEXT DEFAULT now()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updated_at TEXT DEFAULT now()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657600" cy="32004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00D4E6"/>
                </a:solidFill>
              </a:defRPr>
            </a:pPr>
            <a:r>
              <a:t>leads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lead_id TEXT PK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user_id TEXT NOT NULL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data TEXT (JSON blob)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dedupe_key TEXT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lead_score INTEGER DEFAULT 0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status TEXT DEFAULT 'new'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priority TEXT DEFAULT 'P3'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mode TEXT DEFAULT 'performer'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created_at / updated_at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383280" cy="256032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00D4E6"/>
                </a:solidFill>
              </a:defRPr>
            </a:pPr>
            <a:r>
              <a:t>query_seeds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id TEXT PK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user_id TEXT NOT NULL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data TEXT (JSON blob)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active INTEGER DEFAULT 1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mode TEXT DEFAULT 'performer'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created_at TEXT DEFAULT now()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</a:defRPr>
            </a:pPr>
            <a:r>
              <a:t>Relationships:  query_seeds (1:N) → leads (discovered via scan)  |  leads (N:1) → events (via handoff)  |  All scoped by user_id +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Social &amp; Content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brand_profiles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</a:t>
            </a:r>
            <a:br/>
            <a:r>
              <a:t>user_id TEXT NOT NULL</a:t>
            </a:r>
            <a:br/>
            <a:r>
              <a:t>data TEXT (JSON)</a:t>
            </a:r>
            <a:br/>
            <a:r>
              <a:t>updated_at TEXT</a:t>
            </a:r>
            <a:br/>
            <a:br/>
            <a:r>
              <a:t>Stores: voice, vibes, emojis,</a:t>
            </a:r>
            <a:br/>
            <a:r>
              <a:t>avoid topics, brand colors,</a:t>
            </a:r>
            <a:br/>
            <a:r>
              <a:t>DJ name, bio, social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37160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social_posts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PK, user_id TEXT</a:t>
            </a:r>
            <a:br/>
            <a:r>
              <a:t>data TEXT (JSON)</a:t>
            </a:r>
            <a:br/>
            <a:r>
              <a:t>status TEXT (idea→published)</a:t>
            </a:r>
            <a:br/>
            <a:r>
              <a:t>pillar TEXT, post_type TEXT</a:t>
            </a:r>
            <a:br/>
            <a:r>
              <a:t>plan_id TEXT, scheduled_for</a:t>
            </a:r>
            <a:br/>
            <a:r>
              <a:t>created_at, updated_at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137160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content_plans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PK, user_id TEXT</a:t>
            </a:r>
            <a:br/>
            <a:r>
              <a:t>data TEXT (JSON)</a:t>
            </a:r>
            <a:br/>
            <a:r>
              <a:t>week_of TEXT, status TEXT</a:t>
            </a:r>
            <a:br/>
            <a:r>
              <a:t>created_at, updated_at</a:t>
            </a:r>
            <a:br/>
            <a:br/>
            <a:r>
              <a:t>Weekly content calendars</a:t>
            </a:r>
            <a:br/>
            <a:r>
              <a:t>with target post 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79" y="137160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engagement_tasks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PK, user_id TEXT</a:t>
            </a:r>
            <a:br/>
            <a:r>
              <a:t>data TEXT (JSON)</a:t>
            </a:r>
            <a:br/>
            <a:r>
              <a:t>type TEXT (comment/DM/follow)</a:t>
            </a:r>
            <a:br/>
            <a:r>
              <a:t>status TEXT, requires_approval</a:t>
            </a:r>
            <a:br/>
            <a:r>
              <a:t>created_at, updated_at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37160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media_assets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PK, user_id TEXT</a:t>
            </a:r>
            <a:br/>
            <a:r>
              <a:t>data TEXT (JSON)</a:t>
            </a:r>
            <a:br/>
            <a:r>
              <a:t>file_name TEXT</a:t>
            </a:r>
            <a:br/>
            <a:r>
              <a:t>media_type TEXT</a:t>
            </a:r>
            <a:br/>
            <a:r>
              <a:t>created_at, updated_at</a:t>
            </a:r>
            <a:br/>
            <a:br/>
            <a:r>
              <a:t>Vercel Blob URLs, tags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Email, EPK &amp; Config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194560" cy="438912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sent_emails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</a:t>
            </a:r>
            <a:br/>
            <a:r>
              <a:t>user_id TEXT NOT NULL</a:t>
            </a:r>
            <a:br/>
            <a:r>
              <a:t>event_id TEXT (FK → events)</a:t>
            </a:r>
            <a:br/>
            <a:r>
              <a:t>to_email TEXT NOT NULL</a:t>
            </a:r>
            <a:br/>
            <a:r>
              <a:t>subject TEXT NOT NULL</a:t>
            </a:r>
            <a:br/>
            <a:r>
              <a:t>body TEXT NOT NULL</a:t>
            </a:r>
            <a:br/>
            <a:r>
              <a:t>status TEXT ('sent'|'failed')</a:t>
            </a:r>
            <a:br/>
            <a:r>
              <a:t>resend_id TEXT</a:t>
            </a:r>
            <a:br/>
            <a:r>
              <a:t>sent_at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371600"/>
            <a:ext cx="2194560" cy="438912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email_templates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</a:t>
            </a:r>
            <a:br/>
            <a:r>
              <a:t>user_id TEXT NOT NULL</a:t>
            </a:r>
            <a:br/>
            <a:r>
              <a:t>name TEXT NOT NULL</a:t>
            </a:r>
            <a:br/>
            <a:r>
              <a:t>subject TEXT (template)</a:t>
            </a:r>
            <a:br/>
            <a:r>
              <a:t>body_template TEXT</a:t>
            </a:r>
            <a:br/>
            <a:r>
              <a:t>created_at TEXT</a:t>
            </a:r>
            <a:br/>
            <a:r>
              <a:t>updated_at TEXT</a:t>
            </a:r>
            <a:br/>
            <a:br/>
            <a:r>
              <a:t>3 default templates seeded</a:t>
            </a:r>
            <a:br/>
            <a:r>
              <a:t>on first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1371600"/>
            <a:ext cx="2194560" cy="438912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epk_configs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user_id TEXT PK (1:1)</a:t>
            </a:r>
            <a:br/>
            <a:r>
              <a:t>data TEXT (JSON)</a:t>
            </a:r>
            <a:br/>
            <a:r>
              <a:t>updated_at TEXT</a:t>
            </a:r>
            <a:br/>
            <a:br/>
            <a:r>
              <a:t>Stores: headline, tagline,</a:t>
            </a:r>
            <a:br/>
            <a:r>
              <a:t>bio, section order,</a:t>
            </a:r>
            <a:br/>
            <a:r>
              <a:t>hidden sections, theme,</a:t>
            </a:r>
            <a:br/>
            <a:r>
              <a:t>accent color, custom sections,</a:t>
            </a:r>
            <a:br/>
            <a:r>
              <a:t>selected media/events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79" y="1371600"/>
            <a:ext cx="2194560" cy="438912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flyer_configs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id TEXT PK</a:t>
            </a:r>
            <a:br/>
            <a:r>
              <a:t>user_id TEXT NOT NULL</a:t>
            </a:r>
            <a:br/>
            <a:r>
              <a:t>event_id TEXT (FK → events)</a:t>
            </a:r>
            <a:br/>
            <a:r>
              <a:t>data TEXT (JSON)</a:t>
            </a:r>
            <a:br/>
            <a:r>
              <a:t>created_at TEXT</a:t>
            </a:r>
            <a:br/>
            <a:r>
              <a:t>updated_at TEXT</a:t>
            </a:r>
            <a:br/>
            <a:br/>
            <a:r>
              <a:t>Stores: background URL,</a:t>
            </a:r>
            <a:br/>
            <a:r>
              <a:t>overlay text, logo position,</a:t>
            </a:r>
            <a:br/>
            <a:r>
              <a:t>QR code 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371600"/>
            <a:ext cx="2194560" cy="438912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100" b="1">
                <a:solidFill>
                  <a:srgbClr val="00D4E6"/>
                </a:solidFill>
              </a:defRPr>
            </a:pPr>
            <a:r>
              <a:t>search_quota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quota_key TEXT PK</a:t>
            </a:r>
            <a:br/>
            <a:r>
              <a:t>count INTEGER DEFAULT 0</a:t>
            </a:r>
            <a:br/>
            <a:br/>
            <a:r>
              <a:t>Key format: userId:YYYY-MM</a:t>
            </a:r>
            <a:br/>
            <a:r>
              <a:t>Tracks monthly scan usage</a:t>
            </a:r>
            <a:br/>
            <a:r>
              <a:t>per user for plan enforcement</a:t>
            </a:r>
            <a:br/>
            <a:br/>
            <a:r>
              <a:t>No user_id column</a:t>
            </a:r>
            <a:br/>
            <a:r>
              <a:t>(embedded in key)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JSON Blob Pattern — Hybrid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Indexed columns for querying + JSON blob for flexible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02920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00D4E6"/>
                </a:solidFill>
              </a:defRPr>
            </a:pPr>
            <a:r>
              <a:t>Design Pattern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1. Indexed columns hold queryable fields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   status, priority, lead_score, mode, user_id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2. data TEXT column stores full JSON object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   All TypeScript interface fields serialized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3. ON CONFLICT upsert pattern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   INSERT ... ON CONFLICT(pk) DO UPDATE SET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4. Read path: SELECT data → JSON.parse()</a:t>
            </a:r>
          </a:p>
          <a:p>
            <a:pPr>
              <a:spcAft>
                <a:spcPts val="200"/>
              </a:spcAft>
              <a:defRPr sz="1200" b="0">
                <a:solidFill>
                  <a:srgbClr val="CCCCDD"/>
                </a:solidFill>
              </a:defRPr>
            </a:pPr>
            <a:r>
              <a:t>   Write path: JSON.stringify() → INSERT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76072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00D4E6"/>
                </a:solidFill>
              </a:defRPr>
            </a:pPr>
            <a:r>
              <a:t>Benefits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✅ Schema flexibility — add fields without migrations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✅ Fast filtering on indexed columns (status, score)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✅ Full TypeScript type safety via interfaces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✅ Simple CRUD — no ORM complexity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✅ Edge-compatible (LibSQL works on Vercel Edge)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600" b="1">
                <a:solidFill>
                  <a:srgbClr val="00D4E6"/>
                </a:solidFill>
              </a:defRPr>
            </a:pPr>
            <a:r>
              <a:t>Tradeoffs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⚠️ Can't query inside JSON (use indexed cols instead)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⚠️ Duplicate data between JSON and indexed columns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⚠️ Must keep JSON and indexed cols in sync on writes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