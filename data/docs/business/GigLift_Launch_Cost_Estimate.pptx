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B308"/>
                </a:solidFill>
                <a:latin typeface="Calibri"/>
              </a:defRPr>
            </a:pPr>
            <a:r>
              <a:t>💰 LAUNCH COST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Third-Party Services</a:t>
            </a:r>
            <a:br/>
            <a:r>
              <a:t>&amp; Infrastructure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96AA"/>
                </a:solidFill>
                <a:latin typeface="Calibri"/>
              </a:defRPr>
            </a:pPr>
            <a:r>
              <a:t>Pre-Launch  •  Launch (0–1K Users)  •  Growth (1K–15K Users)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96AA"/>
                </a:solidFill>
                <a:latin typeface="Calibri"/>
              </a:defRPr>
            </a:pPr>
            <a:r>
              <a:t>GigLift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8 third-party services powering GigLift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⚡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Next.js hosting &amp; serverless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Edge functions &amp; cron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Blob storage for 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25603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🔐 Clerk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Authentication &amp; user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Social logins, MFA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Role-based access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45920"/>
            <a:ext cx="2651760" cy="25603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🗄️ Turso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Edge SQLite (libSQL)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Globally distributed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All application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651760" cy="25603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💳 Stripe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Payment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048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Subscription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6090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Billing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265176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📧 Resend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Transactional emails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39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Outreach &amp; notifications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480560"/>
            <a:ext cx="265176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🤖 OpenAI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GPT-4o-mini for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239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Lead scoring, content gen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480560"/>
            <a:ext cx="265176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📊 Plausible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Privacy-first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39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 cookies required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480560"/>
            <a:ext cx="2651760" cy="210312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🌐 Domains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983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giglift.com (GoDaddy)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5239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giglift.app (Google)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1: Pre-Launch (Now)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Current monthly costs — most services on free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Hobby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Free for personal/non-commercial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Clerk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Up to 50K MAU included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Turso (libSQL)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500 DBs, 9 GB storage, 1B reads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No monthly fee, 2.9% + 30¢/txn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Resend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49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3K emails/mo, 100/day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OpenAI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~$5–15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7 agents × daily cron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Plausible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Up to 10K monthly pageviews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Domains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83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~$3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giglift.com + giglift.app (~$40/yr)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TOTAL (PRE-LAUNCH)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~$17–27/mo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2: Launch (0–1K Users)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Upgrade to production plans — Vercel Pro required for commercial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Required for commercial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Clerk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Free → 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$0–20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Free to 50K MAU; $20/mo removes branding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Turso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Scaler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24 GB, 100B reads, PITR 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 +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2.9% + 30¢ per transaction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Resend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49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50K emails/mo, no daily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OpenAI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~$20–50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Higher agent volume as users grow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Plausible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Up to 100K monthly pageviews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Domains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83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~$3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Annual renewals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Vercel Blob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Included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$0–5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$0.023/GB, 5 GB free on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TOTAL (LAUNCH)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~$111–166/mo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Phase 3: Growth (1K–15K Users)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Year 1–2 scaling — costs grow proportionally with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$20–60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Usage-based overage beyond $20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Clerk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$20 + MAU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$0.02/MAU beyond 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Turso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26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Scaler → 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26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$29–499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Scale as DB grows; Pro at $499/mo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$0 +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~$870–$5,100/mo at scale (2.9%+30¢)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Resend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49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100K emails/mo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OpenAI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Pay-as-you-go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~$100–300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Per-user agent runs scale linearly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Plausible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$29–39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Up to 1M monthly pageviews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Domains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983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~$3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Annual renewals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Vercel Blob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$5–20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696AA"/>
                </a:solidFill>
                <a:latin typeface="Calibri"/>
              </a:defRPr>
            </a:pPr>
            <a:r>
              <a:t>Media uploads grow with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TOTAL (GROWTH)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  <a:latin typeface="Calibri"/>
              </a:defRPr>
            </a:pPr>
            <a:r>
              <a:t>~$296–$1,000/mo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OpenAI API — Largest Variable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7 autonomous agents run daily via cron — costs scale with user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Token Pricing (GPT-4o-mini)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Input: $0.15 / 1M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Output: $0.60 / 1M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Cached input: $0.075 / 1M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Each agent run: ~2K–5K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7 agents × 365 days = 2,555 runs/yr (system-level)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Per-user agents (lead scan, social): ~$0.01–0.03/run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029200" cy="32004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Estimated Monthly Cost by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Pre-launch (system agents only): ~$5–15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100 active users: ~$20–40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1,000 active users: ~$50–100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5,000 active users: ~$150–250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15,000 active users: ~$300–500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GPT-4o (if needed): 17x more expensive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96AA"/>
                </a:solidFill>
                <a:latin typeface="Calibri"/>
              </a:defRPr>
            </a:pPr>
            <a:r>
              <a:t>💡 Optimization levers: Use cached prompts for repeated patterns, batch agent runs during off-peak hours, throttle per-user agent frequency on free tier, consider open-source models (Llama, Mistral) for lower-complexity tasks to reduce costs 80%+.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Stripe Fees vs.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Payment processing is purely variable — 2.9% + $0.30 per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SUBSCRIBERS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AVG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MONTHLY REV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STRIPE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696AA"/>
                </a:solidFill>
                <a:latin typeface="Calibri"/>
              </a:defRPr>
            </a:pPr>
            <a:r>
              <a:t>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$33/mo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$3,300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~$126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$3,174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$33/mo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420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$16,500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~$629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42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$15,871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80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80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$33/mo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$82,500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980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~$3,143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980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$79,357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19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41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$38/mo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4198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$190,000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41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~$7,010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4198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$182,990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858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$38/mo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$570,000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858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t>~$21,030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858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Calibri"/>
              </a:defRPr>
            </a:pPr>
            <a:r>
              <a:t>$548,970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96AA"/>
                </a:solidFill>
                <a:latin typeface="Calibri"/>
              </a:defRPr>
            </a:pPr>
            <a:r>
              <a:t>Stripe has no monthly fee. International cards: +1.5%. Stripe Tax add-on: 0.5% per txn if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One-Time Launch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Non-recurring costs required before or at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Domain portfolio (giglift.io, .co, .ai): ~$50–150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Clerk custom domain setup: $0 (included on Pro)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Stripe account verification: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Resend domain verification (DNS): 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Turso production DB setup: 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Apple Developer Program (if iOS app): $99/yr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Google Play Console (if Android): $25 one-time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SSL certificates: $0 (auto via Vercel)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531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CI/CD: $0 (included with Vercel)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Trademark registration (2 classes): $2,000–3,000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Provisional patent: $2,100–5,100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Terms of Service / Privacy Policy (attorney): $1,000–3,000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SOC 2 compliance prep (if enterprise): $5,000–15,000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Penetration testing: $2,000–5,000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Logo / brand design (if refreshing): $500–2,000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Total recommended: $12,600–$33,100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Annual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Total cost of third-party services by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474720" cy="36576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Pre-Launch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Monthly: ~$17–27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Annual: ~$200–320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Mostly free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Only OpenAI + Plausible + domains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474720" cy="36576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Launch (0–1K)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Monthly: ~$111–166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Annual: ~$1,330–2,000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Vercel Pro + Turso Scaler + Resend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Still within free Clerk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8" y="1645920"/>
            <a:ext cx="3474720" cy="36576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8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Calibri"/>
              </a:defRPr>
            </a:pPr>
            <a:r>
              <a:t>Growth (1K–15K)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Monthly: ~$296–1,000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8" y="2404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Annual: ~$3,550–12,000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8" y="26609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8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OpenAI becomes largest variable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3172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Turso may need Pro ($499/mo)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C"/>
                </a:solidFill>
                <a:latin typeface="Calibri"/>
              </a:defRPr>
            </a:pPr>
            <a:r>
              <a:t>Infrastructure cost as % of revenue: ~3–5% at launch, dropping to ~1–2% at scale. This is well within SaaS industry benchmarks (typically 5–15% of revenue).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Cost Risks &amp;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AB308"/>
                </a:solidFill>
                <a:latin typeface="Calibri"/>
              </a:defRPr>
            </a:pPr>
            <a:r>
              <a:t>Key risks and strategies to keep costs manageable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⚠️ Cost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OpenAI price increases or rate limit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Turso jump from Scaler ($29) to Pro ($499)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Clerk MAU overage at scale ($0.02/user)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Vercel serverless function timeout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Stripe international card surcharges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Unexpected DDoS or bot traffic spikes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GDPR compliance costs (EU expansion)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Worst-case Y1 monthly: ~$1,500–2,000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solidFill>
            <a:srgbClr val="14142A"/>
          </a:solidFill>
          <a:ln w="12700">
            <a:solidFill>
              <a:srgbClr val="323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✅ Optimization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Use GPT-4o-mini (17x cheaper than GPT-4o)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04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Cache repeated AI prompts (50% cost reduction)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609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Rate-limit free-tier users on agent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16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Batch agent cron jobs during off-peak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729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Monitor Turso row reads to stay on 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Use Vercel ISR/static pages where possible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85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Consider self-hosted Llama/Mistral for 80%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41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970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Target: keep infra &lt;5% of ARR at all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p_slide_bg_1772693744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AB308"/>
                </a:solidFill>
                <a:latin typeface="Calibri"/>
              </a:defRPr>
            </a:pPr>
            <a:r>
              <a:t>Launch Cost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~$17/mo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Pre-Launch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~$140/mo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~$650/mo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AB308"/>
                </a:solidFill>
                <a:latin typeface="Calibri"/>
              </a:defRPr>
            </a:pPr>
            <a:r>
              <a:t>&lt;3%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96AA"/>
                </a:solidFill>
                <a:latin typeface="Calibri"/>
              </a:defRPr>
            </a:pPr>
            <a:r>
              <a:t>Infra % of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AA"/>
                </a:solidFill>
                <a:latin typeface="Calibri"/>
              </a:defRPr>
            </a:pPr>
            <a:r>
              <a:t>All pricing as of March 2026. Verify current rates before committing.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