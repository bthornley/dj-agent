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cover_1772164770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0" y="13716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Calibri"/>
              </a:defRPr>
            </a:pPr>
            <a:r>
              <a:t>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78BFA"/>
                </a:solidFill>
                <a:latin typeface="Calibri"/>
              </a:defRPr>
            </a:pPr>
            <a:r>
              <a:t>Marketing &amp; Sales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Calibri"/>
              </a:defRPr>
            </a:pPr>
            <a:r>
              <a:t>━━━━━━━━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1"/>
                </a:solidFill>
                <a:latin typeface="Calibri"/>
              </a:defRPr>
            </a:pPr>
            <a:r>
              <a:t>The Agentic AI Platform for Musicians &amp; Music Educators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486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March 2026  •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1. Product Suite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Five Autonomous AI Agents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Marketing Angle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Agent 1: Lead Scout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Crawls 10+ sources — venues or schools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"Your agents find gigs while you sleep"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Agent 2: Lead Scorer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Ranks leads 0–100 by fit, budget, type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"Focus only on gigs worth pursuing"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Agent 3: Outreach Writer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Drafts 3 emails using your specialties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"Book gigs with one click"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Agent 4: EPK Architect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Builds press kit + public shareable page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"Your professional brand in 5 minutes"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Agent 5: Social Hype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Plans content calendar, writes posts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"Turn every gig into more gigs"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Key differentiator: Two modes (Performer + Teacher), 5 autonomous agents, specialty-aware outreach. No competitor offers this.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2. Target 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Target Customer Segments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 (US)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Pain Level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Tier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ARPU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Mobile/Wedding DJs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~300K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High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Performer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/ 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$19–49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Solo Musicians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~500K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High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Performer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Cover/Tribute Bands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~100K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🟡 Medium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Performer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/ 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$19–49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Private Music Teachers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~300K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High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Teacher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Music Schools/Academies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~10K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🟢 Active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Teacher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$149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Talent Agencies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~5K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🟢 Active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Performer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$149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78BFA"/>
                </a:solidFill>
                <a:latin typeface="Calibri"/>
              </a:defRPr>
            </a:pPr>
            <a:r>
              <a:t>Primary: Mobile DJs + Private Teachers. Both have high pain, strong word-of-mouth, and clear willingness to pay.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3. Pricing &amp; 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4-Tier SaaS Pricing Strategy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Conversion Strategy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All musicians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Hook: 5 free searches, see lead quality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⭐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Active giggers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Unlock: all regions, AI outreach, CSV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$49/mo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Power users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Unlock: EPK builder, social suite, API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 🏢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$149/mo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Agencies/schools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Unlock: multi-artist, white-label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Revenue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840480"/>
          <a:ext cx="5029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→ Pro Conversion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→ Unlimited Upsell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 Tier Adoption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5% of paid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Blended ARPU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$33/mo → $42/mo Y3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Churn Target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&lt;5% monthly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Revenue Acceleration Levers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840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1. EPK virality — every public EPK page = free marketing</a:t>
            </a:r>
            <a:br/>
            <a:r>
              <a:t>2. Agency tier — 7x ARPU of Pro users</a:t>
            </a:r>
            <a:br/>
            <a:r>
              <a:t>3. Outreach success → higher retention</a:t>
            </a:r>
            <a:br/>
            <a:r>
              <a:t>4. Social Suite → daily engagement → stickiness</a:t>
            </a:r>
            <a:br/>
            <a:r>
              <a:t>5. Referral: free month for inviter + invitee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4. Customer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Acquisition Channels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CAC Target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Organic Social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DJ + teacher community content, demos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SEO/Content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"Find gigs in [City]" + "music students near me"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$5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EPK Virality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Every EPK links back to GigLift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Ambassador Program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Pro for advocates → word-of-mouth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🔴 Critical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Reddit/Facebook Groups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Value-first posts in DJ + teacher groups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🟡 High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Music School Partnerships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Bulk agency accounts for students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🟡 High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DJ Academy Sponsorships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Pro accounts for graduates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$15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🟡 High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Paid Social (IG/FB)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Targeted ads: DJs/teachers 25–50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$20–30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🟢 Medium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D399"/>
                </a:solidFill>
                <a:latin typeface="Calibri"/>
              </a:defRPr>
            </a:pPr>
            <a:r>
              <a:t>Blended CAC target: $25 → 23.8x LTV:CAC at $33 ARPU over 18 months.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5. Content &amp; Brand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Content Marketing Flywheel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Frequency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"Weekly Gig Report"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Weekly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Email + Blog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SEO + newsletter growth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EPK showcase videos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2x/week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IG, TikTok, YouTube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Feature demo + social proof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"How I Booked X Gigs"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Weekly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Reddit, FB Groups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Community trust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Teacher Mode demos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Weekly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YouTube, IG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Education market expansion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DJ success stories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Monthly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Blog + Social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Case studies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Ambassador spotlights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Monthly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Social, Email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Community + social proof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D399"/>
                </a:solidFill>
                <a:latin typeface="Calibri"/>
              </a:defRPr>
            </a:pPr>
            <a:r>
              <a:t>The flywheel: Agent demos → free users → paid conversions → EPK virality → organic discovery → more users.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Agent-Led Growth + Dual-Mode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• Every public EPK = SEO-indexed marketing page</a:t>
            </a:r>
            <a:br/>
            <a:r>
              <a:t>• Teacher Mode unlocks education market ($8.5B)</a:t>
            </a:r>
            <a:br/>
            <a:r>
              <a:t>• Ambassador program = zero-CAC acquisition</a:t>
            </a:r>
            <a:br/>
            <a:r>
              <a:t>• Agents create daily engagement → stickiness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6. Sales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Sales Motion by Segment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Sales Motion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Revenue/Customer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→ Pro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Product-led (self-serve)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Instant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$228/yr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→ Unlimited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In-app upsell prompts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1–3 months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$588/yr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Outbound + partnerships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$1,788/yr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Self-Serve Conversion 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1. Hit 5/5 monthly scan limit → upsell to Pro</a:t>
            </a:r>
            <a:br/>
            <a:r>
              <a:t>2. Try to export CSV → Pro gate</a:t>
            </a:r>
            <a:br/>
            <a:r>
              <a:t>3. View outreach button → Pro gate</a:t>
            </a:r>
            <a:br/>
            <a:r>
              <a:t>4. Click 'Build EPK' → Unlimited gate</a:t>
            </a:r>
            <a:br/>
            <a:r>
              <a:t>5. Add 2nd artist → Agency upsell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Agency Sales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1. Target: DJ schools, talent agencies, event companies</a:t>
            </a:r>
            <a:br/>
            <a:r>
              <a:t>2. Offer: 30-day free trial of Agency tier</a:t>
            </a:r>
            <a:br/>
            <a:r>
              <a:t>3. Sell: manage 5–50 artists from one dashboard</a:t>
            </a:r>
            <a:br/>
            <a:r>
              <a:t>4. Value prop: replace $500+/mo in separate tools</a:t>
            </a:r>
            <a:br/>
            <a:r>
              <a:t>5. Commission: 20% for first 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7. Go-to-Market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12-Month GTM Roadmap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Actions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1–2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Launch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Community posts, EPK demos, SEO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3–4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Traction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1,200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$25K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Content flywheel, ambassador launch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5–6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Growth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$75K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Paid ads, music school partnerships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7–9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Expansion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$250K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 sales, teacher mode push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10–12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$500K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International launch, API partners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Calibri"/>
              </a:defRPr>
            </a:pPr>
            <a:r>
              <a:t>Year 1 Target: 15,000 users, 2,500 paid subscribers, $1M ARR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46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Year 2–3 Growth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539496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150,000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Paid Subs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15,000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40,000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ARPU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$38/mo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$42/mo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$6.8M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$20.2M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8. KPIs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Key Performance Indicators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Acquisition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Monthly new sign-ups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500 → 3,000/mo by M12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Acquisition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CAC (blended)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&lt; $25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Activation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First scan within 24hrs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&gt; 60%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Conversion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→ Pro conversion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Conversion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→ Unlimited upsell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MRR growth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15% MoM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ARPU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$33/mo → $42/mo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Retention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Monthly churn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&lt; 5%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Engagement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Weekly active users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&gt; 40% of base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Ambassador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Ambassador conversions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50+ by M12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Mode Split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Teacher mode adoption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&gt; 25% of users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North Star Metric: Monthly gigs/students booked through GigLift leads.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9. Marketing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Year 1 Marketing Budget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Annual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Budget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Content Creation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$48K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16%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Paid Social (IG/FB)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$84K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28%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Google/Search Ads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$48K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16%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Influencer/DJ Partnerships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$36K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Ambassador Program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Events/Sponsorships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$1.5K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$18K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Tools &amp; Software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$12K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4%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Agency Sales (commission)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$2.5K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$25K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$300K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ROI Target: $300K marketing spend → $1M ARR = 3.3x return in Year 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cover_1772164770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103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Calibri"/>
              </a:defRPr>
            </a:pPr>
            <a:r>
              <a:t>━━━━━━━━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BD5E1"/>
                </a:solidFill>
                <a:latin typeface="Calibri"/>
              </a:defRPr>
            </a:pPr>
            <a:r>
              <a:t>Not tools. Agents. They work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78BFA"/>
                </a:solidFill>
                <a:latin typeface="Calibri"/>
              </a:defRPr>
            </a:pPr>
            <a:r>
              <a:t>giglift.app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