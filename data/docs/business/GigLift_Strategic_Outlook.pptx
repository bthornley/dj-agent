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C63FF"/>
                </a:solidFill>
              </a:defRPr>
            </a:pPr>
            <a:r>
              <a:t>GigLift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Strategic Outlook &amp; Acquisition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</a:defRPr>
            </a:pPr>
            <a:r>
              <a:t>Risk-Adjusted M&amp;A Advisory  ·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8B8FA8"/>
                </a:solidFill>
              </a:defRPr>
            </a:pPr>
            <a:r>
              <a:t>This document blends the strategic acquirer analysis with a skeptical,</a:t>
            </a:r>
          </a:p>
          <a:p>
            <a:pPr>
              <a:spcBef>
                <a:spcPts val="600"/>
              </a:spcBef>
              <a:defRPr sz="1300" b="0">
                <a:solidFill>
                  <a:srgbClr val="8B8FA8"/>
                </a:solidFill>
              </a:defRPr>
            </a:pPr>
            <a:r>
              <a:t>risk-adjusted view of GigLift's current position and realistic exit scenarios.</a:t>
            </a:r>
          </a:p>
          <a:p>
            <a:pPr>
              <a:spcBef>
                <a:spcPts val="600"/>
              </a:spcBef>
              <a:defRPr sz="800" b="0">
                <a:solidFill>
                  <a:srgbClr val="8B8FA8"/>
                </a:solidFill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FFC107"/>
                </a:solidFill>
              </a:defRPr>
            </a:pPr>
            <a:r>
              <a:t>Prepared for internal strategic planning — not investor-facing.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01  GigLift Asset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</a:defRPr>
            </a:pPr>
            <a:r>
              <a:t>PRODUCT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AI Agent Platform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AI-powered gig discovery, lead gen, outreach, EPK, social, analytics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4 Modes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Performer · Instructor · Studio · Touring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7 AI Agents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Lead finder, social hype, analytics, community, growth, investor, content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Tech Stack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Next.js · Turso · Clerk · Stripe · Vercel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Pricing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Free / Pro $33 / Unlimited $66 / Agency $125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212080" cy="5029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6A"/>
                </a:solidFill>
              </a:defRPr>
            </a:pPr>
            <a:r>
              <a:t>HONEST ASSESSMENT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Revenue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Pre-revenue (no disclosed ARR)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Users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Early stage — no published user count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Retention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Unproven — no cohort data available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Moat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Data + workflow integration, NOT proprietary AI models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Defensibility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Agents are orchestration over OpenAI/Google APIs — rebuildable in 2-3 months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  Key Gap</a:t>
            </a:r>
          </a:p>
          <a:p>
            <a:pPr>
              <a:spcBef>
                <a:spcPts val="200"/>
              </a:spcBef>
              <a:defRPr sz="1200" b="0">
                <a:solidFill>
                  <a:srgbClr val="8B8FA8"/>
                </a:solidFill>
              </a:defRPr>
            </a:pPr>
            <a:r>
              <a:t>  No proof that leads → actual booked gigs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02  Market Reality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29200" cy="210312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</a:defRPr>
            </a:pPr>
            <a:r>
              <a:t>AS PRESENTED IN PITCH DECKS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</a:defRPr>
            </a:pPr>
            <a:r>
              <a:t>  TAM: $47B (live bookings + music lessons)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Target: 1,000 paid users Year 1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MRR Goal: $15K by Month 12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Conversion: 25-33% free → paid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212080" cy="210312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6A"/>
                </a:solidFill>
              </a:defRPr>
            </a:pPr>
            <a:r>
              <a:t>RISK-ADJUSTED REALITY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</a:defRPr>
            </a:pPr>
            <a:r>
              <a:t>  SAM: $25-68M (indie musicians seeking venues)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Realistic: 60 paid users Year 1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MRR Likely: $1.5K by Month 12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Conversion: 5-8% (industry benchmark)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698480" cy="2743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</a:defRPr>
            </a:pPr>
            <a:r>
              <a:t>RISK-ADJUSTED FINANCIAL TRAJECTORY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8B8FA8"/>
                </a:solidFill>
              </a:defRPr>
            </a:pPr>
            <a:r>
              <a:t>  Month     Free Users   Paid (Optimistic)   Paid (Realistic)   MRR (Optimistic)   MRR (Realistic)</a:t>
            </a:r>
          </a:p>
          <a:p>
            <a:pPr>
              <a:spcBef>
                <a:spcPts val="200"/>
              </a:spcBef>
              <a:defRPr sz="1000" b="0">
                <a:solidFill>
                  <a:srgbClr val="8B8FA8"/>
                </a:solidFill>
              </a:defRPr>
            </a:pPr>
            <a:r>
              <a:t>  ─────     ──────────   ─────────────────   ────────────────   ────────────────   ──────────────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</a:defRPr>
            </a:pPr>
            <a:r>
              <a:t>  M1          30            5  (17%)              1   (3%)            $125               $25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</a:defRPr>
            </a:pPr>
            <a:r>
              <a:t>  M3         100           30  (20%)              5   (5%)            $750              $125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</a:defRPr>
            </a:pPr>
            <a:r>
              <a:t>  M6         300          100  (20%)             18   (6%)          $2,500              $450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</a:defRPr>
            </a:pPr>
            <a:r>
              <a:t>  M9         500          250  (31%)             35   (7%)          $6,250              $875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</a:defRPr>
            </a:pPr>
            <a:r>
              <a:t>  M12        800          500  (33%)             60   (8%)         $12,500            $1,500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03  Top Strategic Acquirers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Ranked by strategic fit and realistic probability of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Spotify</a:t>
            </a:r>
          </a:p>
          <a:p>
            <a:pPr>
              <a:spcBef>
                <a:spcPts val="200"/>
              </a:spcBef>
              <a:defRPr sz="1100" b="0">
                <a:solidFill>
                  <a:srgbClr val="8B8FA8"/>
                </a:solidFill>
              </a:defRPr>
            </a:pPr>
            <a:r>
              <a:t>SPOT  ·  ~$100B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</a:defRPr>
            </a:pPr>
            <a:r>
              <a:t>Thesis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Powers 'Spotify for Gigs' artist booking</a:t>
            </a:r>
          </a:p>
          <a:p>
            <a:pPr>
              <a:spcBef>
                <a:spcPts val="400"/>
              </a:spcBef>
              <a:defRPr sz="1000" b="0">
                <a:solidFill>
                  <a:srgbClr val="8B8FA8"/>
                </a:solidFill>
              </a:defRPr>
            </a:pPr>
            <a:r>
              <a:t>Signal: Live Events (2024), WhoSampled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</a:defRPr>
            </a:pPr>
            <a:r>
              <a:t>Risk Check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🟡 Acqui-hire only at current stage; Spotify buys PhD AI teams, not SaaS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0698480" cy="146304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Bandsintown</a:t>
            </a:r>
          </a:p>
          <a:p>
            <a:pPr>
              <a:spcBef>
                <a:spcPts val="200"/>
              </a:spcBef>
              <a:defRPr sz="1100" b="0">
                <a:solidFill>
                  <a:srgbClr val="8B8FA8"/>
                </a:solidFill>
              </a:defRPr>
            </a:pPr>
            <a:r>
              <a:t>Private  ·  Est. $50-100M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</a:defRPr>
            </a:pPr>
            <a:r>
              <a:t>Thesis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Fills missing supply-side (artist booking tools)</a:t>
            </a:r>
          </a:p>
          <a:p>
            <a:pPr>
              <a:spcBef>
                <a:spcPts val="400"/>
              </a:spcBef>
              <a:defRPr sz="1000" b="0">
                <a:solidFill>
                  <a:srgbClr val="8B8FA8"/>
                </a:solidFill>
              </a:defRPr>
            </a:pPr>
            <a:r>
              <a:t>Signal: Hypebot/MusicThinkTank (2019)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</a:defRPr>
            </a:pPr>
            <a:r>
              <a:t>Risk Check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🟢 Best product fit — but may lack M&amp;A budget (ad-based business model)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Eventbrite / Bending Spoons</a:t>
            </a:r>
          </a:p>
          <a:p>
            <a:pPr>
              <a:spcBef>
                <a:spcPts val="200"/>
              </a:spcBef>
              <a:defRPr sz="1100" b="0">
                <a:solidFill>
                  <a:srgbClr val="8B8FA8"/>
                </a:solidFill>
              </a:defRPr>
            </a:pPr>
            <a:r>
              <a:t>Private  ·  ~$500M (acq.)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754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</a:defRPr>
            </a:pPr>
            <a:r>
              <a:t>Thesis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AI-powered artist acquisition channel</a:t>
            </a:r>
          </a:p>
          <a:p>
            <a:pPr>
              <a:spcBef>
                <a:spcPts val="400"/>
              </a:spcBef>
              <a:defRPr sz="1000" b="0">
                <a:solidFill>
                  <a:srgbClr val="8B8FA8"/>
                </a:solidFill>
              </a:defRPr>
            </a:pPr>
            <a:r>
              <a:t>Signal: Ticketfly $200M, ToneDen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</a:defRPr>
            </a:pPr>
            <a:r>
              <a:t>Risk Check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🟡 Bending Spoons does cost-cutting, not bolt-on acquisitions historically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04  Full Acquirer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</a:defRPr>
            </a:pPr>
            <a:r>
              <a:t>  Company              Category           Deal Range      Probability    Key Risk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6C63FF"/>
                </a:solidFill>
              </a:defRPr>
            </a:pPr>
            <a:r>
              <a:t>  TIER 1 — HIGHEST FIT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Spotify              Music Tech         $3–10M         Low           Buys AI research, not SaaS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Bandsintown          Live Music         $2–8M          Medium        Limited M&amp;A budget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Eventbrite/BS        Ticketing          $3–10M         Low           BS playbook is cost-cutting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6C63FF"/>
                </a:solidFill>
              </a:defRPr>
            </a:pPr>
            <a:r>
              <a:t>  TIER 2 — STRONG FIT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HubSpot              CRM SaaS           $5–15M         Low           Needs $1M+ ARR first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Suno                 AI Music           $5–15M         Medium        Creation → performance gap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UMG/Virgin           Music Labels       $5–20M         Low           Corporate acquisition bar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DistroKid            Distribution       $3–10M         Medium        Natural extension, plausible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Linktree             Creator Economy    $3–8M          Low-Med       Not core to their roadmap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</a:defRPr>
            </a:pPr>
            <a:r>
              <a:t>  TIER 3 — ACTUALLY PLAUSIBLE NOW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Sonicbids            Booking            $1–3M          High          Rebuilding — could acqui-hire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DistroKid            Distribution       $2–5M          Med-High      Bootstrapped; values efficiency</a:t>
            </a:r>
          </a:p>
          <a:p>
            <a:pPr>
              <a:spcBef>
                <a:spcPts val="300"/>
              </a:spcBef>
              <a:defRPr sz="1000" b="0">
                <a:solidFill>
                  <a:srgbClr val="8B8FA8"/>
                </a:solidFill>
              </a:defRPr>
            </a:pPr>
            <a:r>
              <a:t>  Bandsintown          Live Music         $1–4M          Medium        Partnership first → acquisition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05  Critical Risks for Any Exit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6A"/>
                </a:solidFill>
              </a:defRPr>
            </a:pPr>
            <a:r>
              <a:t>DEAL-KILLING RISKS</a:t>
            </a:r>
          </a:p>
          <a:p>
            <a:pPr>
              <a:spcBef>
                <a:spcPts val="1200"/>
              </a:spcBef>
              <a:defRPr sz="1300" b="1">
                <a:solidFill>
                  <a:srgbClr val="FF4D6A"/>
                </a:solidFill>
              </a:defRPr>
            </a:pPr>
            <a:r>
              <a:t>  🔴  No Proven Traction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Pre-revenue, no demonstrated PMF. Most acquirers won't engage below $500K ARR.</a:t>
            </a:r>
          </a:p>
          <a:p>
            <a:pPr>
              <a:spcBef>
                <a:spcPts val="1200"/>
              </a:spcBef>
              <a:defRPr sz="1300" b="1">
                <a:solidFill>
                  <a:srgbClr val="FF4D6A"/>
                </a:solidFill>
              </a:defRPr>
            </a:pPr>
            <a:r>
              <a:t>  🔴  Single Founder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No bus factor. If founder exits, product dies. Acquirers require team retention.</a:t>
            </a:r>
          </a:p>
          <a:p>
            <a:pPr>
              <a:spcBef>
                <a:spcPts val="1200"/>
              </a:spcBef>
              <a:defRPr sz="1300" b="1">
                <a:solidFill>
                  <a:srgbClr val="FF4D6A"/>
                </a:solidFill>
              </a:defRPr>
            </a:pPr>
            <a:r>
              <a:t>  🔴  Non-Defensible Tech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AI agents are orchestration over third-party APIs. Rebuildable in 2-3 months by any funded team.</a:t>
            </a:r>
          </a:p>
          <a:p>
            <a:pPr>
              <a:spcBef>
                <a:spcPts val="1200"/>
              </a:spcBef>
              <a:defRPr sz="1300" b="1">
                <a:solidFill>
                  <a:srgbClr val="FF4D6A"/>
                </a:solidFill>
              </a:defRPr>
            </a:pPr>
            <a:r>
              <a:t>  🔴  No Outcome Data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Can't prove leads → gigs. Without this, the core value proposition is theoretical.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212080" cy="5029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</a:defRPr>
            </a:pPr>
            <a:r>
              <a:t>SIGNIFICANT RISKS</a:t>
            </a:r>
          </a:p>
          <a:p>
            <a:pPr>
              <a:spcBef>
                <a:spcPts val="1000"/>
              </a:spcBef>
              <a:defRPr sz="1300" b="1">
                <a:solidFill>
                  <a:srgbClr val="FFC107"/>
                </a:solidFill>
              </a:defRPr>
            </a:pPr>
            <a:r>
              <a:t>  🟡  No Mobile App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Musicians work on-the-go. Web-only misses primary use context.</a:t>
            </a:r>
          </a:p>
          <a:p>
            <a:pPr>
              <a:spcBef>
                <a:spcPts val="1000"/>
              </a:spcBef>
              <a:defRPr sz="1300" b="1">
                <a:solidFill>
                  <a:srgbClr val="FFC107"/>
                </a:solidFill>
              </a:defRPr>
            </a:pPr>
            <a:r>
              <a:t>  🟡  Meta API Dependency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Instagram agent relies on Meta Graph API — can break anytime.</a:t>
            </a:r>
          </a:p>
          <a:p>
            <a:pPr>
              <a:spcBef>
                <a:spcPts val="1000"/>
              </a:spcBef>
              <a:defRPr sz="1300" b="1">
                <a:solidFill>
                  <a:srgbClr val="FFC107"/>
                </a:solidFill>
              </a:defRPr>
            </a:pPr>
            <a:r>
              <a:t>  🟡  Web Scraping Legal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Venue enrichment may violate source site ToS at scale.</a:t>
            </a:r>
          </a:p>
          <a:p>
            <a:pPr>
              <a:spcBef>
                <a:spcPts val="1000"/>
              </a:spcBef>
              <a:defRPr sz="1300" b="1">
                <a:solidFill>
                  <a:srgbClr val="FFC107"/>
                </a:solidFill>
              </a:defRPr>
            </a:pPr>
            <a:r>
              <a:t>  🟡  LLM Cost Exposure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Est. $2-5/user/mo in API costs. At $33/mo pricing, margins thin.</a:t>
            </a:r>
          </a:p>
          <a:p>
            <a:pPr>
              <a:spcBef>
                <a:spcPts val="1000"/>
              </a:spcBef>
              <a:defRPr sz="1300" b="1">
                <a:solidFill>
                  <a:srgbClr val="FFC107"/>
                </a:solidFill>
              </a:defRPr>
            </a:pPr>
            <a:r>
              <a:t>  🟡  No Network Effects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Each user is isolated. Growth requires continuous paid acquisition.</a:t>
            </a:r>
          </a:p>
          <a:p>
            <a:pPr>
              <a:spcBef>
                <a:spcPts val="1000"/>
              </a:spcBef>
              <a:defRPr sz="1300" b="1">
                <a:solidFill>
                  <a:srgbClr val="FFC107"/>
                </a:solidFill>
              </a:defRPr>
            </a:pPr>
            <a:r>
              <a:t>  🟡  Inflated TAM</a:t>
            </a:r>
          </a:p>
          <a:p>
            <a:pPr>
              <a:spcBef>
                <a:spcPts val="300"/>
              </a:spcBef>
              <a:defRPr sz="1100" b="0">
                <a:solidFill>
                  <a:srgbClr val="8B8FA8"/>
                </a:solidFill>
              </a:defRPr>
            </a:pPr>
            <a:r>
              <a:t>      $47B claim includes arenas, orchestras, schools. Real SAM is $25-68M.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06  Valuation Reality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</a:defRPr>
            </a:pPr>
            <a:r>
              <a:t>PITCH DECK VALUATION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  Pre-money: $5M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Raise: $1M seed round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Basis: "AI SaaS at 15-25x ARR"</a:t>
            </a:r>
          </a:p>
          <a:p>
            <a:pPr>
              <a:spcBef>
                <a:spcPts val="800"/>
              </a:spcBef>
              <a:defRPr sz="1200" b="0">
                <a:solidFill>
                  <a:srgbClr val="FFC107"/>
                </a:solidFill>
              </a:defRPr>
            </a:pPr>
            <a:r>
              <a:t>  Problem: Revenue is $0 — no ARR to multiply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212080" cy="22860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</a:defRPr>
            </a:pPr>
            <a:r>
              <a:t>REALISTIC VALUATION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  Pre-money: $1.5–2.5M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Right-sized raise: $500–750K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Basis: Team + tech IP + market potential</a:t>
            </a:r>
          </a:p>
          <a:p>
            <a:pPr>
              <a:spcBef>
                <a:spcPts val="800"/>
              </a:spcBef>
              <a:defRPr sz="1200" b="0">
                <a:solidFill>
                  <a:srgbClr val="00E676"/>
                </a:solidFill>
              </a:defRPr>
            </a:pPr>
            <a:r>
              <a:t>  Acqui-hire: $500K–$2M (team × $300-500K/eng)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</a:defRPr>
            </a:pPr>
            <a:r>
              <a:t>MILESTONES THAT UNLOCK HIGHER VALUATION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  ✦  $500K ARR  —  Unlocks serious acquisition conversations with mid-market buyers (DistroKid, Bandsintown)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  ✦  10K+ Enriched Venues  —  Creates data moat — defensible asset that's expensive to rebuild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  ✦  Outcome Proof  —  "X musicians booked Y gigs worth $Z" — transforms theoretical into proven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  ✦  60%+ 90-Day Retention  —  Proves product-market fit — the single most important metric for acquirers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  <a:r>
              <a:t>  ✦  Strategic Partnership  —  LOI or integration with DistroKid/CD Baby creates warm acquisition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63FF"/>
                </a:solidFill>
              </a:defRPr>
            </a:pPr>
            <a:r>
              <a:t>07  Realistic Path to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</a:defRPr>
            </a:pPr>
            <a:r>
              <a:t>18-MONTH ROADMAP TO ACQUIRABILITY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00E676"/>
                </a:solidFill>
              </a:defRPr>
            </a:pPr>
            <a:r>
              <a:t>  MONTHS 1-6: PROVE PMF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Build booking confirmation tracking ('I booked a gig from this lead')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Hit 60 paid users with &gt;60% 90-day retention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Grow enriched venue database to 5,000+ venues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Run 10-person ambassador pilot ($5K budget, not $70K)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Collect 20+ testimonials with specific gig/revenue outcomes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6C63FF"/>
                </a:solidFill>
              </a:defRPr>
            </a:pPr>
            <a:r>
              <a:t>  MONTHS 6-12: BUILD DATA MOAT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Scale to $500K ARR ($42K MRR) — this is the acquisition threshold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10K+ enriched venues with contact data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Publish case study: 'GigLift users booked X gigs worth $Y'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Explore distribution partnerships (DistroKid, CD Baby, TuneCore)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Build mobile PWA — this is table stakes for musician tools</a:t>
            </a:r>
          </a:p>
          <a:p>
            <a:pPr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1400" b="1">
                <a:solidFill>
                  <a:srgbClr val="FFC107"/>
                </a:solidFill>
              </a:defRPr>
            </a:pPr>
            <a:r>
              <a:t>  MONTHS 12-18: ACQUISITION POSITIONING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Initiate strategic conversations with Bandsintown, DistroKid, Sonicbids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Present at SXSW Music, Music Biz Conference, A2IM for corp dev visibility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If $1M+ ARR: expand target list to HubSpot, Suno, Linktree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Engage M&amp;A advisor if &gt;$3M ARR for competitive process</a:t>
            </a:r>
          </a:p>
          <a:p>
            <a:pPr>
              <a:spcBef>
                <a:spcPts val="400"/>
              </a:spcBef>
              <a:defRPr sz="1100" b="0">
                <a:solidFill>
                  <a:srgbClr val="8B8FA8"/>
                </a:solidFill>
              </a:defRPr>
            </a:pPr>
            <a:r>
              <a:t>    →  Target outcome: $3-10M strategic acquisition or Series A raise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9418320" cy="3200400"/>
          </a:xfrm>
          <a:prstGeom prst="rect">
            <a:avLst/>
          </a:prstGeom>
          <a:solidFill>
            <a:srgbClr val="1A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6517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</a:defRPr>
            </a:pPr>
            <a:r>
              <a:t>GigLift has a real product solving a real problem in a large but niche market.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The M&amp;A landscape is active — 19 music tech acquisitions in 2025 alone, with</a:t>
            </a:r>
          </a:p>
          <a:p>
            <a:pPr>
              <a:spcBef>
                <a:spcPts val="200"/>
              </a:spcBef>
              <a:defRPr sz="1500" b="0">
                <a:solidFill>
                  <a:srgbClr val="FFFFFF"/>
                </a:solidFill>
              </a:defRPr>
            </a:pPr>
            <a:r>
              <a:t>buyers actively seeking AI-powered tools for the creator economy.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t>However, at pre-revenue, the realistic exit path requires 12-18 months of</a:t>
            </a:r>
          </a:p>
          <a:p>
            <a:pPr>
              <a:spcBef>
                <a:spcPts val="200"/>
              </a:spcBef>
              <a:defRPr sz="1500" b="0">
                <a:solidFill>
                  <a:srgbClr val="FFFFFF"/>
                </a:solidFill>
              </a:defRPr>
            </a:pPr>
            <a:r>
              <a:t>proving product-market fit before serious acquisition conversations begin.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6C63FF"/>
                </a:solidFill>
              </a:defRPr>
            </a:pPr>
            <a:r>
              <a:t>Focus on outcomes, not AI buzzwords. Prove musicians book gigs.</a:t>
            </a:r>
          </a:p>
          <a:p>
            <a:pPr>
              <a:spcBef>
                <a:spcPts val="400"/>
              </a:spcBef>
              <a:defRPr sz="1600" b="1">
                <a:solidFill>
                  <a:srgbClr val="6C63FF"/>
                </a:solidFill>
              </a:defRPr>
            </a:pPr>
            <a:r>
              <a:t>Build the venue database. The data is the moat — the code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8"/>
                </a:solidFill>
              </a:defRPr>
            </a:pPr>
            <a:r>
              <a:t>Confidential — Internal Strategic Planning Document  ·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E"/>
              </a:gs>
              <a:gs pos="100000">
                <a:srgbClr val="0C1E2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Serial entrepreneur with a proven pattern of building, scaling, and exiting vertical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BLAKE THORNLEY  —  FOUNDER &amp; 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25+ years building and scaling cloud-native SaaS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Three-time co-founder with 3 successful exits via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Led globally distributed engineering teams of 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99.99% uptime, reduced infrastructure costs by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Deep expertise in cybersecurity &amp; SOC 2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Education: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Stanford University — Software Security, Cryptography, Startup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University of Redlands — Management Information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Languages: English (native), Spanish (fluent), French (intermediate)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TRACK RECORD: 3 EXITS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D4 Sports, Inc.  (Co-Founder / VP Technology)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League management SaaS → founding team to 25 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$500K+ ARR → Acquired by Clubspaces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Clubspaces, Inc.  (VP, IT &amp; Architecture)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30-person engineering dept, $1M+ revenue, 1M+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LA Galaxy &amp; DC United contracts → Acquired by Active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9224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Total Global Sports  (Co-Founder / CTO / Board)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99.99% uptime, 12 engineers, 50% AWS cost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8-year run → Acquired by AthleteOne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9224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Now applying the same playbook to music tech with GigLift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$1M+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