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cover_1772164770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0" y="13716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Calibri"/>
              </a:defRPr>
            </a:pPr>
            <a:r>
              <a:t>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78BFA"/>
                </a:solidFill>
                <a:latin typeface="Calibri"/>
              </a:defRPr>
            </a:pPr>
            <a:r>
              <a:t>Business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Calibri"/>
              </a:defRPr>
            </a:pPr>
            <a:r>
              <a:t>━━━━━━━━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1"/>
                </a:solidFill>
                <a:latin typeface="Calibri"/>
              </a:defRPr>
            </a:pPr>
            <a:r>
              <a:t>AI-Powered Gig Discovery for Musicians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486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February 2026  •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78BFA"/>
                </a:solidFill>
                <a:latin typeface="Calibri"/>
              </a:defRPr>
            </a:pPr>
            <a:r>
              <a:t>giglift-app.vercel.app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A78BFA"/>
                </a:solidFill>
                <a:latin typeface="Calibri"/>
              </a:defRPr>
            </a:pPr>
            <a: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12E81"/>
                </a:solidFill>
                <a:latin typeface="Calibri"/>
              </a:defRPr>
            </a:pPr>
            <a:r>
              <a:t>━━━━━━━━━━━━━━━━━━━━━━━━━━━━━━━━━━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1. 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57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2.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3.  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80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4.  Market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91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5.  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6.  Competitive 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7.  Go-to-Market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8.  Technology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9. 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10.  Funding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11.  Financial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1.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Calibri"/>
              </a:defRPr>
            </a:pPr>
            <a:r>
              <a:t>GigLift is an AI-powered lead discovery platform that helps musicians — DJs, bands, solo artists, and music teachers — find and book gigs automatically.</a:t>
            </a:r>
            <a:br/>
            <a:br/>
            <a:r>
              <a:t>The platform scans the web, online marketplaces (Craigslist, Facebook Marketplace, GigSalad, Thumbtack), and venue directories to surface high-value opportunities, score them, and deliver qualified leads directly to the artist.</a:t>
            </a:r>
            <a:br/>
            <a:br/>
            <a:r>
              <a:t>Unlike passive listing marketplaces where musicians compete for posted gigs, GigLift is a proactive outbound lead engine — it finds opportunities the artist didn't know existed.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188720"/>
          <a:ext cx="4572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Working MVP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Deployed at giglift-app.vercel.app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Discovery Pipeline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web scraping + lead scoring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Regions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50+ US metro areas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 Types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DJ, Band, Solo Artist, Music Teacher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Revenue Model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/ Pro ($19/mo) / Unlimited ($49/mo)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2.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The live music industry is valued at $38.6B — but independent musicians are struggling.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5029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Statistic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Independent artists earning under $15K/yr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77.8%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who can't afford touring costs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who have never toured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74.8%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earning a living solely from music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Only 13.3%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working freelance gigs to survive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35.6%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Existing Solutions Fall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▸ GigSalad / Sonicbids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788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Passive marketplaces. High competition, low conversion.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46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▸ Thumbtack / Bark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Broad service marketplaces. Not music-specific.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▸ Manual outreach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343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Cold-emailing venues, checking CL daily. Inconsistent.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Calibri"/>
              </a:defRPr>
            </a:pPr>
            <a:r>
              <a:t>Core problem: Musicians spend 10–20 hrs/week searching fragmented sources</a:t>
            </a:r>
            <a:br/>
            <a:r>
              <a:t>instead of practicing and performing.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3.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From passive waiting → active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🔍  AI-Powered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Automated web search + custom crawlers, 10+ marketplace sources per region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📊  Smart Lead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Proprietary 0–100 scoring based on venue type, budget signals, artist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🌐  Multi-Source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Craigslist, Facebook Marketplace, GigSalad, Thumbtack, Bark, BandMix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📍  Region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50+ US metro areas with region-specific discovery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🎵  Artist Type Customization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566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Tailored seeds and scoring for DJs, bands, solo artists, music teachers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⚡  Monthly Auto-Scan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029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Set-it-and-forget-it discovery with quota-managed monthly searches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How It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1440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Select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User picks artist types and target regions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Generate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creates tailored search seeds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Crawl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Scans Google, Craigslist, FB Marketplace, GigSalad, Thumbtack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Enrich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extracts venue details, contacts, event info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Lead scoring engine ranks opportunities 0–100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Deliver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High-value leads surfaced in dashboard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4.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market_17721647943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Market Opportunity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Market Size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Growth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TAM — Global Live Music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$38.6B (2025)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8.8% CAGR → $62.6B by 2034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SAM — Booking Platforms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$1.26B (2024)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13.4% CAGR → $3.96B by 2033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 Live Music Market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$18.5B (2025)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6.5% CAGR → $26.9B by 2031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 Freelance Musicians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~2M+ active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Growing with gig economy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Serviceable Market: ~500K actively gigging musicians × $20–50/mo = $120M–$300M/yr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4572000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Timeframe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Subscribers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ARR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$2.2M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$7.5M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5.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SaaS Subscription Tiers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Searches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5/month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Basic lead scoring, 1 region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⭐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50/month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All regions, priority scoring, CSV export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$49/mo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API access, white-label reports, dedicated support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Unit Economics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47472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Avg Revenue/User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CAC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~$25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LTV (18 months)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~$360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LTV:CAC Ratio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14.4x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Gross Margin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~85%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Payback Period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&lt; 2 months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Revenue Projections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47472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Subscribers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$180K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$625K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$2.2M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$7.5M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6.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Competitive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Competitor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Weakness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GigSalad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Marketplace listing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~$16M 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Passive; 100+ applicants per listing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Sonicbids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Subscription listing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~$12M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Pay to submit; low booking rates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Thumbtack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Broad marketplace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~$500M 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Not music-specific; low quality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ReverbNation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 tools + gigs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~$10M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Feature bloat; discovery is secondary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47472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GigLift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GigSalad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Sonicbids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Thumbtack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AI-Powered Discovery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Proactive Leads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Multi-Marketplace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Lead Scoring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Music-Specific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Calibri"/>
              </a:defRPr>
            </a:pPr>
            <a:r>
              <a:t>Moat: More users → better scoring data → higher retention → more users. Network effects compound.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7. Go-to-Market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Go-to-Market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Phase 1: Bootstrapped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Months 0–6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Target: DJs/solo artists in SoCal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Reddit, Facebook, Instagram, SEO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Goal: 200 free users, 50 Pro subs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Phase 2: Growth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Months 6–18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50+ US metro regions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Referral program, music school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108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Goal: 5,000 users, 1,000 Pro subs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Phase 3: Platform Expansion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Months 18–36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Venue-side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AI outreach automation, API partnerships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108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Goal: 25,000+ subs, $7.5M ARR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8.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Technology Architecture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144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Next.js 16, TypeScript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Server-rendered React application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Clerk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User management, SSO, profile metadata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Stripe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Subscription management, 3-tier SaaS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Turso (SQLite)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Lead storage, seed management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Web Search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SerpAPI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Google search for lead discovery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Pipeline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Custom TypeScript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Enrichment, contact extraction, scoring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Hosting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Vercel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Serverless, auto-scaling, edge CDN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78BFA"/>
                </a:solidFill>
                <a:latin typeface="Calibri"/>
              </a:defRPr>
            </a:pPr>
            <a:r>
              <a:t>Infrastructure cost: ~$200/mo at 1,000 users. Scales to 100K+ without re-architecture.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9.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Team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82880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Hire Trigger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Founder / Full-Stack Engineer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 Active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Growth / Marketing Lead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🔜 Planned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At $500K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ML Engineer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🔜 Planned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At $1M 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Customer Success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🔜 Planned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At $2M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D5E1"/>
                </a:solidFill>
                <a:latin typeface="Calibri"/>
              </a:defRPr>
            </a:pPr>
            <a:r>
              <a:t>Solo-founded and capital-efficient. The entire platform — frontend, backend,</a:t>
            </a:r>
            <a:br/>
            <a:r>
              <a:t>AI pipeline, billing, auth, deployment — built by a single engineer.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10. Funding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Seed Round: $500,000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Allocation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Amount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Engineering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$200,000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Senior hire, venue-side platform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Marketing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$150,000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Paid acquisition, content team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$50,000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API costs, hosting scale-up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$100,000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Legal, accounting, runway buffer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Key Milestones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0" y="1737360"/>
          <a:ext cx="4572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3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2,000 subscribers, $40K MRR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6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5,000 subs, venue marketplace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12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10,000 subs, $200K MRR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18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Series A at $25M+ valuation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11. Financial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Financial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6400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Subscribers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$2.2M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$7.5M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Gross Margin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87%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89%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Burn Rate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$15K/mo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$40K/mo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$80K/mo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Breakeven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10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Net Revenue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-$60K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$1.7M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$6.5M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0" y="1188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AI maturity — affordable, accurate lead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3317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Gig economy boom — 15%+ annual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8346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Post-pandemic live music surge — 8.8% CAGR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3375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Marketplace fatigue — low ROI on passive 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840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No incumbent — no AI gig discovery at scale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cover_1772164770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103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Calibri"/>
              </a:defRPr>
            </a:pPr>
            <a:r>
              <a:t>━━━━━━━━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  <a:latin typeface="Calibri"/>
              </a:defRPr>
            </a:pPr>
            <a:r>
              <a:t>Find your next gig before anyone else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78BFA"/>
                </a:solidFill>
                <a:latin typeface="Calibri"/>
              </a:defRPr>
            </a:pPr>
            <a:r>
              <a:t>giglift-app.vercel.app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486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Confidential  •  February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Management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Serial entrepreneur with a proven pattern of building, scaling, and exiting vertical SaaS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BLAKE THORNLEY  —  FOUNDER &amp; 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25+ years building and scaling cloud-native SaaS 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Three-time co-founder with 3 successful exits via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Led globally distributed engineering teams of 30+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99.99% uptime, reduced infrastructure costs by 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Deep expertise in cybersecurity &amp; SOC 2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Education: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Stanford University — Software Security, Cryptography, Startup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University of Redlands — Management Information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Languages: English (native), Spanish (fluent), French (intermediate)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TRACK RECORD: 3 EXITS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 D4 Sports, Inc.  (Co-Founder / VP Technology)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League management SaaS → founding team to 25 employees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$500K+ ARR → Acquired by Clubspaces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 Clubspaces, Inc.  (VP, IT &amp; Architecture)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30-person engineering dept, $1M+ revenue, 1M+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LA Galaxy &amp; DC United contracts → Acquired by Active Network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 Total Global Sports  (Co-Founder / CTO / Board)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99.99% uptime, 12 engineers, 50% AWS cost reduction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  8-year run → Acquired by AthleteOne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9224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Now applying the same playbook to music tech with GigLift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DD4B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  <a:latin typeface="Calibri"/>
              </a:defRPr>
            </a:pPr>
            <a:r>
              <a:t>25+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BBF24"/>
                </a:solidFill>
                <a:latin typeface="Calibri"/>
              </a:defRPr>
            </a:pPr>
            <a:r>
              <a:t>30+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ADE80"/>
                </a:solidFill>
                <a:latin typeface="Calibri"/>
              </a:defRPr>
            </a:pPr>
            <a:r>
              <a:t>99.99%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855F7"/>
                </a:solidFill>
                <a:latin typeface="Calibri"/>
              </a:defRPr>
            </a:pPr>
            <a:r>
              <a:t>$1M+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