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Calibri"/>
              </a:defRPr>
            </a:pPr>
            <a:r>
              <a:t>🤝 BRAND AMBASSADOR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Business Development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AA"/>
                </a:solidFill>
                <a:latin typeface="Calibri"/>
              </a:defRPr>
            </a:pPr>
            <a:r>
              <a:t>Turn your best users into growth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A"/>
                </a:solidFill>
                <a:latin typeface="Calibri"/>
              </a:defRPr>
            </a:pPr>
            <a:r>
              <a:t>GigLift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A scalable, low-CAC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Calibri"/>
              </a:defRPr>
            </a:pPr>
            <a:r>
              <a:t>GigLift's Brand Ambassador Program transforms our most engaged users — working DJs, bands, solo artists, and music teachers — into advocates who drive organic sign-ups in exchange for free product access, revenue share, and exclusive perks.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Calibri"/>
              </a:defRPr>
            </a:pPr>
            <a:r>
              <a:t>Ambassadors promote GigLift within their local music scenes, online communities, and professional networks, creating word-of-mouth growth that scales organically across metro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Ambassadors (Yr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12,500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Referred Sign-ups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$660K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Revenue Potential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Ambassador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levels of engagement and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🥉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3+ referral sign-ups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Pro plan ($19/mo 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Custom referral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Ambassador badge on EPK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🥈 Rising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10+ sign-ups, 1 post/week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Unlimited ($39/mo)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$5 per paid referral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Early feature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72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Co-branded social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🥇 Elite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sign-ups, 2 posts/week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Unlimited + $10/referral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15% rev share on 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Featured on 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72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Product advisory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Ambassador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Four distinct ambassador profiles for maximum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🎵 Scene Leaders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DJs/musicians with 1K+ following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Instagram, TikTok, local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Performers in their 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📚 Music Educators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Teachers with school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Facebook groups, teacher forums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Music instructors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🎬 Content 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YouTube/TikTok music creators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Tutorials, demo 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Musicians nationwide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🏢 Venue Insiders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Bookers, promoters,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Direct referrals,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Artists they work with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Referral &amp;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End-to-end referral attribution and automated payouts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Custom referral links: /sign-up?ref=CODE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Real-time ambassador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90-day cookie attribution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Stripe Connect automated payouts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Fraud detection &amp; flagging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Key Metrics Tracked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Referral sign-ups (free accounts created)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Conversion rate (% upgraded to paid)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 generated per ambassador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Content output (posts/month)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Retention rate (90-day referred user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Recruitment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phases from seed to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Phase 1: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1-2  •  20 Ambassadors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Identify top 50 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Personalized email invites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Post in DJ/music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Partner with 5 music schools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Phase 2: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3-6  •  100 Ambassadors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Public application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Ambassador referral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Convention presence (DJ Expo)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 influencer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8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Phase 3: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6-12  •  500 Ambassadors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Private Discord/Slack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Regional captain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Annual ambassador summit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Self-sustaining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Content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Monthly content kits and weekly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Monthly Content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 social post templates (carousel, story, reel)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 demo video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Branded graphics &amp; stickers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Key talking points for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"Found 47 new venues in one click 🔍"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Outreach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526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"Sent 15 emails in 5 min, got 3 replies ✉️"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 Switcher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"Teacher Mode found 12 schools 📚"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"Booked 2 gigs from GigLift leads 🎵"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Platform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Instagram: Reels &amp; Stories (3x/week)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TikTok: Short demos (2x/week)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YouTube: Deep-dive tutorials (2x/month)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Facebook: Teacher communities (3x/week)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Reddit: Value-add comments (as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Incentives &amp;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Monthly challenges and milestone rewards keep ambassadors engaged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Monthly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Most sign-ups: $100 / $50 / $25 gift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Best content (community vote): Homepage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First to 50 referrals: Custom merch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Best conversion rate: Strategy call with founders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Milestone 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 sign-ups → Sticker pack + social shoutout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 sign-ups → T-shirt + priority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 sign-ups → Hoodie + lifetime Pro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100 sign-ups → Merch bundle + equity pool + advisory seat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Year 1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Estimated $71K annual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LINE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Free plans (100 ambassadors)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$2,900/mo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$34,800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Referral payouts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$1,500/mo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Content kits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$500/mo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Challenge prizes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$200/mo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$2,400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Merch &amp;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$300/mo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$3,600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Convention presence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$400/mo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$4,800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Community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$100/mo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35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$5,900/mo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$70,800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ROI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scenarios: conservative, moderate, aggressive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 ambassadors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8 referrals each → 400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10% conversion → 40 paid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$10,560 annual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-85%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150 ambassadors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 referrals each → 2,250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15% conversion → 338 paid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$89,232 annual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+26%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8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Aggressive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500 ambassadors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 referrals each → 12,500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20% conversion → 2,500 paid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$660,000 annual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+833%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12-Month Launch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Build referral tracking, recruit 20 seed ambassadors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Launch ambassador dashboard, first content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Public application page, first monthly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Jun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80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DJ Expo presence, launch ambassador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Jul-Aug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Influencer partnerships (10), reach 100 ambassadors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Regional captain program launches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Oct-Nov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Annual summit planning, self-sustaining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Hit 500 ambassadors target 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Immediate action items to launch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 referral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Add ?ref= param handling to sign-up, store in user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Create /ambassadors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9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Landing page with application form, program details, tier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Draft ambassador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924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Terms, brand guidelines, FTC compliance, payout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856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85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Design first content 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056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March 2026 social templates, demo video scripts, branded graphics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Identify seed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18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Pull top 50 users by scan count, leads generated, outreach 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Set up Stripe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Automated monthly ambassador payout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855F7"/>
                </a:solidFill>
                <a:latin typeface="Calibri"/>
              </a:defRPr>
            </a:pPr>
            <a:r>
              <a:t>Brand Ambassador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AA"/>
                </a:solidFill>
                <a:latin typeface="Calibri"/>
              </a:defRPr>
            </a:pPr>
            <a:r>
              <a:t>Turn your best users into your best growth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giglift.vercel.app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E"/>
              </a:gs>
              <a:gs pos="100000">
                <a:srgbClr val="0C1E2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Serial entrepreneur with a proven pattern of building, scaling, and exiting vertical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BLAKE THORNLEY  —  FOUNDER &amp;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years building and scaling cloud-native SaaS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Three-time co-founder with 3 successful exits via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Led globally distributed engineering teams of 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99.99% uptime, reduced infrastructure costs by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Deep expertise in cybersecurity &amp; SOC 2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Stanford University — Software Security, Cryptography, Startup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University of Redlands — Management Information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Languages: English (native), Spanish (fluent), French (intermediate)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TRACK RECORD: 3 EXITS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D4 Sports, Inc.  (Co-Founder / VP Technology)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League management SaaS → founding team to 25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$500K+ ARR → Acquired by Clubspaces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Clubspaces, Inc.  (VP, IT &amp; Architecture)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30-person engineering dept, $1M+ revenue, 1M+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LA Galaxy &amp; DC United contracts → Acquired by Active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Total Global Sports  (Co-Founder / CTO / 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99.99% uptime, 12 engineers, 50% AWS cost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8-year run → Acquired by AthleteOne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Now applying the same playbook to music tech with GigLift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$1M+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