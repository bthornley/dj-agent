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A855F7"/>
                </a:solidFill>
                <a:latin typeface="Calibri"/>
              </a:defRPr>
            </a:pPr>
            <a:r>
              <a:t>🤝 BRAND AMBASSADOR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Business Development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696AA"/>
                </a:solidFill>
                <a:latin typeface="Calibri"/>
              </a:defRPr>
            </a:pPr>
            <a:r>
              <a:t>Turn your best users into growth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696AA"/>
                </a:solidFill>
                <a:latin typeface="Calibri"/>
              </a:defRPr>
            </a:pPr>
            <a:r>
              <a:t>GigLift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55F7"/>
                </a:solidFill>
                <a:latin typeface="Calibri"/>
              </a:defRPr>
            </a:pPr>
            <a:r>
              <a:t>A scalable, low-CAC growth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C8DC"/>
                </a:solidFill>
                <a:latin typeface="Calibri"/>
              </a:defRPr>
            </a:pPr>
            <a:r>
              <a:t>GigLift's Brand Ambassador Program transforms our most engaged users — working DJs, bands, solo artists, and music teachers — into advocates who drive organic sign-ups in exchange for free product access, revenue share, and exclusive perks.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C8DC"/>
                </a:solidFill>
                <a:latin typeface="Calibri"/>
              </a:defRPr>
            </a:pPr>
            <a:r>
              <a:t>Ambassadors promote GigLift within their local music scenes, online communities, and professional networks, creating word-of-mouth growth that scales organically across metro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855F7"/>
                </a:solidFill>
                <a:latin typeface="Calibri"/>
              </a:defRPr>
            </a:pPr>
            <a:r>
              <a:t>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AA"/>
                </a:solidFill>
                <a:latin typeface="Calibri"/>
              </a:defRPr>
            </a:pPr>
            <a:r>
              <a:t>Ambassadors (Yr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43891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855F7"/>
                </a:solidFill>
                <a:latin typeface="Calibri"/>
              </a:defRPr>
            </a:pPr>
            <a:r>
              <a:t>12,500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5029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AA"/>
                </a:solidFill>
                <a:latin typeface="Calibri"/>
              </a:defRPr>
            </a:pPr>
            <a:r>
              <a:t>Referred Sign-ups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3891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A855F7"/>
                </a:solidFill>
                <a:latin typeface="Calibri"/>
              </a:defRPr>
            </a:pPr>
            <a:r>
              <a:t>$660K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5029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96AA"/>
                </a:solidFill>
                <a:latin typeface="Calibri"/>
              </a:defRPr>
            </a:pPr>
            <a:r>
              <a:t>Revenue Potential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Ambassador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55F7"/>
                </a:solidFill>
                <a:latin typeface="Calibri"/>
              </a:defRPr>
            </a:pPr>
            <a:r>
              <a:t>Three levels of engagement and reward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🥉 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3+ referral sign-ups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Free Pro plan ($19/mo value)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609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Custom referral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169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Ambassador badge on EPK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29184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783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🥈 Rising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48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10+ sign-ups, 1 post/week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048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Free Unlimited ($39/mo)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6609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$5 per paid referral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169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Early feature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1729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Co-branded social content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1645920"/>
            <a:ext cx="329184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7830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Calibri"/>
              </a:defRPr>
            </a:pPr>
            <a:r>
              <a:t>🥇 Elite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48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25+ sign-ups, 2 posts/week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4048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Free Unlimited + $10/referral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6609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15% rev share on referrals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91693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Featured on landing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17296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Product advisory input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Ambassador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55F7"/>
                </a:solidFill>
                <a:latin typeface="Calibri"/>
              </a:defRPr>
            </a:pPr>
            <a:r>
              <a:t>Four distinct ambassador profiles for maximum 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51760" cy="32004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Calibri"/>
              </a:defRPr>
            </a:pPr>
            <a:r>
              <a:t>🎵 Scene Leaders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DJs/musicians with 1K+ following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048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Instagram, TikTok, local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6090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Target: Performers in their area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645920"/>
            <a:ext cx="2651760" cy="32004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📚 Music Educators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148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Teachers with school networks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4048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Facebook groups, teacher forums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6090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Target: Music instructors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645920"/>
            <a:ext cx="2651760" cy="32004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Calibri"/>
              </a:defRPr>
            </a:pPr>
            <a:r>
              <a:t>🎬 Content Creators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48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YouTube/TikTok music creators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Tutorials, demo videos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6090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Target: Musicians nationwide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1645920"/>
            <a:ext cx="2651760" cy="32004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🏢 Venue Insiders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148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Bookers, promoters, managers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40487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Direct referrals, events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66090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Target: Artists they work with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Referral &amp; Tracking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55F7"/>
                </a:solidFill>
                <a:latin typeface="Calibri"/>
              </a:defRPr>
            </a:pPr>
            <a:r>
              <a:t>End-to-end referral attribution and automated payouts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Technical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Custom referral links: /sign-up?ref=CODE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Real-time ambassador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90-day cookie attribution window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16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Stripe Connect automated payouts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72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Fraud detection &amp; flagging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Calibri"/>
              </a:defRPr>
            </a:pPr>
            <a:r>
              <a:t>Key Metrics Tracked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Referral sign-ups (free accounts created)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04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Conversion rate (% upgraded to paid)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MRR generated per ambassador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916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Content output (posts/month)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72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Retention rate (90-day referred user 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Recruitment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55F7"/>
                </a:solidFill>
                <a:latin typeface="Calibri"/>
              </a:defRPr>
            </a:pPr>
            <a:r>
              <a:t>Three phases from seed to community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Phase 1: Seed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Month 1-2  •  20 Ambassadors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Identify top 50 active 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Personalized email invites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Post in DJ/music forums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Partner with 5 music schools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79" y="1645920"/>
            <a:ext cx="347472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Phase 2: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Month 3-6  •  100 Ambassadors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Public application 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Ambassador referral 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Convention presence (DJ Expo)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3429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10 influencer partnerships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18" y="1645920"/>
            <a:ext cx="347472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8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Calibri"/>
              </a:defRPr>
            </a:pPr>
            <a:r>
              <a:t>Phase 3: Community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8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Month 6-12  •  500 Ambassadors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8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8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Private Discord/Slack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8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Regional captain program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8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Annual ambassador summit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8" y="3429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Self-sustaining growth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Content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55F7"/>
                </a:solidFill>
                <a:latin typeface="Calibri"/>
              </a:defRPr>
            </a:pPr>
            <a:r>
              <a:t>Monthly content kits and weekly themes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Monthly Content 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3 social post templates (carousel, story, reel)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 demo video 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Branded graphics &amp; stickers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16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Key talking points for the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5F7"/>
                </a:solidFill>
                <a:latin typeface="Calibri"/>
              </a:defRPr>
            </a:pPr>
            <a:r>
              <a:t>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206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206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"Found 47 new venues in one click 🔍"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5F7"/>
                </a:solidFill>
                <a:latin typeface="Calibri"/>
              </a:defRPr>
            </a:pPr>
            <a:r>
              <a:t>Week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526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Outreach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526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"Sent 15 emails in 5 min, got 3 replies ✉️"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5F7"/>
                </a:solidFill>
                <a:latin typeface="Calibri"/>
              </a:defRPr>
            </a:pPr>
            <a:r>
              <a:t>Week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 Switcher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"Teacher Mode found 12 schools 📚"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66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5F7"/>
                </a:solidFill>
                <a:latin typeface="Calibri"/>
              </a:defRPr>
            </a:pPr>
            <a:r>
              <a:t>Week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5166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Social Proof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1663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696AA"/>
                </a:solidFill>
                <a:latin typeface="Calibri"/>
              </a:defRPr>
            </a:pPr>
            <a:r>
              <a:t>"Booked 2 gigs from GigLift leads 🎵"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645920"/>
            <a:ext cx="5029200" cy="22860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Calibri"/>
              </a:defRPr>
            </a:pPr>
            <a:r>
              <a:t>Platform Strategy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Instagram: Reels &amp; Stories (3x/week)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404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TikTok: Short demos (2x/week)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YouTube: Deep-dive tutorials (2x/month)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916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Facebook: Teacher communities (3x/week)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1729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Reddit: Value-add comments (as needed)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Incentives &amp; Gamification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55F7"/>
                </a:solidFill>
                <a:latin typeface="Calibri"/>
              </a:defRPr>
            </a:pPr>
            <a:r>
              <a:t>Monthly challenges and milestone rewards keep ambassadors engaged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Calibri"/>
              </a:defRPr>
            </a:pPr>
            <a:r>
              <a:t>Monthly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Most sign-ups: $100 / $50 / $25 gift cards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Best content (community vote): Homepage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First to 50 referrals: Custom merch 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16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Best conversion rate: Strategy call with founders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Calibri"/>
              </a:defRPr>
            </a:pPr>
            <a:r>
              <a:t>Milestone Rewards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10 sign-ups → Sticker pack + social shoutout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048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25 sign-ups → T-shirt + priority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6090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50 sign-ups → Hoodie + lifetime Pro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916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100 sign-ups → Merch bundle + equity pool + advisory seat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Year 1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55F7"/>
                </a:solidFill>
                <a:latin typeface="Calibri"/>
              </a:defRPr>
            </a:pPr>
            <a:r>
              <a:t>Estimated $71K annual investment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696AA"/>
                </a:solidFill>
                <a:latin typeface="Calibri"/>
              </a:defRPr>
            </a:pPr>
            <a:r>
              <a:t>LINE ITEM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645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696AA"/>
                </a:solidFill>
                <a:latin typeface="Calibri"/>
              </a:defRPr>
            </a:pPr>
            <a:r>
              <a:t>MONTHLY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45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696AA"/>
                </a:solidFill>
                <a:latin typeface="Calibri"/>
              </a:defRPr>
            </a:pPr>
            <a:r>
              <a:t>ANNUAL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Free plans (100 ambassadors)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011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$2,900/mo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011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$34,800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Referral payouts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3591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$1,500/mo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3591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$18,000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0662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Content kits &amp;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70662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$500/mo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70662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$6,000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540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Challenge prizes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0540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$200/mo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0540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$2,400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4015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Merch &amp; milestones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401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$300/mo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401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$3,600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749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Convention presence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749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$400/mo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749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$4,800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09651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Community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096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$100/mo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096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$1,200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53542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45354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Calibri"/>
              </a:defRPr>
            </a:pPr>
            <a:r>
              <a:t>$5,900/mo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5354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Calibri"/>
              </a:defRPr>
            </a:pPr>
            <a:r>
              <a:t>$70,800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ROI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55F7"/>
                </a:solidFill>
                <a:latin typeface="Calibri"/>
              </a:defRPr>
            </a:pPr>
            <a:r>
              <a:t>Three scenarios: conservative, moderate, aggressive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87171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50 ambassadors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8 referrals each → 400 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10% conversion → 40 paid 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$10,560 annual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ROI: -85%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645920"/>
            <a:ext cx="347472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150 ambassadors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15 referrals each → 2,250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15% conversion → 338 paid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$89,232 annual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ROI: +26%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18" y="1645920"/>
            <a:ext cx="3474720" cy="4114800"/>
          </a:xfrm>
          <a:prstGeom prst="rect">
            <a:avLst/>
          </a:prstGeom>
          <a:solidFill>
            <a:srgbClr val="191932"/>
          </a:solidFill>
          <a:ln w="12700">
            <a:solidFill>
              <a:srgbClr val="3C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8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Calibri"/>
              </a:defRPr>
            </a:pPr>
            <a:r>
              <a:t>Aggressive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8" y="2148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500 ambassadors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38" y="24048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25 referrals each → 12,500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8" y="26609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20% conversion → 2,500 paid users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8" y="29169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$660,000 annual revenue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8" y="317296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C"/>
                </a:solidFill>
                <a:latin typeface="Calibri"/>
              </a:defRPr>
            </a:pPr>
            <a:r>
              <a:t>• ROI: +833%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12-Month Launch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Calibri"/>
              </a:defRPr>
            </a:pPr>
            <a:r>
              <a:t>Mar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371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Build referral tracking, recruit 20 seed ambassadors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Calibri"/>
              </a:defRPr>
            </a:pPr>
            <a:r>
              <a:t>Apr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874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Launch ambassador dashboard, first content kit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Calibri"/>
              </a:defRPr>
            </a:pPr>
            <a:r>
              <a:t>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Public application page, first monthly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Calibri"/>
              </a:defRPr>
            </a:pPr>
            <a:r>
              <a:t>Jun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880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DJ Expo presence, launch ambassador Discord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8BDF8"/>
                </a:solidFill>
                <a:latin typeface="Calibri"/>
              </a:defRPr>
            </a:pPr>
            <a:r>
              <a:t>Jul-Aug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3832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Influencer partnerships (10), reach 100 ambassadors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886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Regional captain program launches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Oct-Nov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3891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Annual summit planning, self-sustaining 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Calibri"/>
              </a:defRPr>
            </a:pPr>
            <a:r>
              <a:t>Dec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8920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8C8DC"/>
                </a:solidFill>
                <a:latin typeface="Calibri"/>
              </a:defRPr>
            </a:pPr>
            <a:r>
              <a:t>Hit 500 ambassadors target 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55F7"/>
                </a:solidFill>
                <a:latin typeface="Calibri"/>
              </a:defRPr>
            </a:pPr>
            <a:r>
              <a:t>Immediate action items to launch the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855F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Build referral 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AA"/>
                </a:solidFill>
                <a:latin typeface="Calibri"/>
              </a:defRPr>
            </a:pPr>
            <a:r>
              <a:t>Add ?ref= param handling to sign-up, store in user metadata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591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855F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Create /ambassadors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791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AA"/>
                </a:solidFill>
                <a:latin typeface="Calibri"/>
              </a:defRPr>
            </a:pPr>
            <a:r>
              <a:t>Landing page with application form, program details, tier breakdown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7238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855F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7238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Draft ambassador agreement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39242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AA"/>
                </a:solidFill>
                <a:latin typeface="Calibri"/>
              </a:defRPr>
            </a:pPr>
            <a:r>
              <a:t>Terms, brand guidelines, FTC compliance, payout schedule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8561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855F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856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Design first content kit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10565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AA"/>
                </a:solidFill>
                <a:latin typeface="Calibri"/>
              </a:defRPr>
            </a:pPr>
            <a:r>
              <a:t>March 2026 social templates, demo video scripts, branded graphics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988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855F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4988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Identify seed candidates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8188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AA"/>
                </a:solidFill>
                <a:latin typeface="Calibri"/>
              </a:defRPr>
            </a:pPr>
            <a:r>
              <a:t>Pull top 50 users by scan count, leads generated, outreach 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212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855F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Set up Stripe 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5321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696AA"/>
                </a:solidFill>
                <a:latin typeface="Calibri"/>
              </a:defRPr>
            </a:pPr>
            <a:r>
              <a:t>Automated monthly ambassador payout infrastructure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mbassador_slide_bg_17723426672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GigLift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855F7"/>
                </a:solidFill>
                <a:latin typeface="Calibri"/>
              </a:defRPr>
            </a:pPr>
            <a:r>
              <a:t>Brand Ambassador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696AA"/>
                </a:solidFill>
                <a:latin typeface="Calibri"/>
              </a:defRPr>
            </a:pPr>
            <a:r>
              <a:t>Turn your best users into your best growth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8BDF8"/>
                </a:solidFill>
                <a:latin typeface="Calibri"/>
              </a:defRPr>
            </a:pPr>
            <a:r>
              <a:t>giglift.vercel.app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