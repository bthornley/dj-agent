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188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B308"/>
                </a:solidFill>
                <a:latin typeface="Calibri"/>
              </a:defRPr>
            </a:pPr>
            <a:r>
              <a:t>📊 YEAR 1 PROJECTED FINANCIAL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Revenue Projections, Costs</a:t>
            </a:r>
            <a:br/>
            <a:r>
              <a:t>&amp; Risk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696AA"/>
                </a:solidFill>
                <a:latin typeface="Calibri"/>
              </a:defRPr>
            </a:pPr>
            <a:r>
              <a:t>Month-by-Month Forecast  •  Q1–Q4 Breakdown  •  Break-Even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696AA"/>
                </a:solidFill>
                <a:latin typeface="Calibri"/>
              </a:defRPr>
            </a:pPr>
            <a:r>
              <a:t>GigLift  •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Revenue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Four subscription tiers — freemium model with strong upgrade incentives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2743200" cy="32004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C8DC"/>
                </a:solidFill>
                <a:latin typeface="Calibri"/>
              </a:defRPr>
            </a:pPr>
            <a:r>
              <a:t>🆓 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5 scans/month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04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25 lead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609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 region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Basic EPK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729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3 AI flyer backgrounds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937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8C8DC"/>
                </a:solidFill>
                <a:latin typeface="Calibri"/>
              </a:defRPr>
            </a:pPr>
            <a:r>
              <a:t>$0/mo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645920"/>
            <a:ext cx="2743200" cy="32004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783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⚡ 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50 auto-scans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04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Unlimited leads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609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 regions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AI outreach (3 variants)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1729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Email send &amp;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20 AI backgrounds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6850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CSV 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937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  <a:latin typeface="Calibri"/>
              </a:defRPr>
            </a:pPr>
            <a:r>
              <a:t>$33/mo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645920"/>
            <a:ext cx="2743200" cy="32004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783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🚀 Unlimited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Unlimited everything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404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Priority lead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609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Full flyer 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Full Social Suite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1729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Analytics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Priority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937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855F7"/>
                </a:solidFill>
                <a:latin typeface="Calibri"/>
              </a:defRPr>
            </a:pPr>
            <a:r>
              <a:t>$79/mo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6840" y="1645920"/>
            <a:ext cx="2743200" cy="32004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9720" y="1783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B308"/>
                </a:solidFill>
                <a:latin typeface="Calibri"/>
              </a:defRPr>
            </a:pPr>
            <a:r>
              <a:t>🏢 Agency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5 artist profiles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2404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Everything in Unlimited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266090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Team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Bulk outreach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31729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White-label EPK &amp; flyers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3429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Dedicated account mgr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937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AB308"/>
                </a:solidFill>
                <a:latin typeface="Calibri"/>
              </a:defRPr>
            </a:pPr>
            <a:r>
              <a:t>$149/mo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💡 Blended average revenue per paying user: ~$52/mo based on projected 50% Pro, 35% Unlimited, 15% Agency mix.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Year 1 Subscriber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Conservative growth model — free-to-paid conversion rate: 8–12%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QUARTER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PAID SUBS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MRR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CONVERSION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Q1 (Mar–May)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$2,080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Q2 (Jun–Aug)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1,350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606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$7,800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017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Q3 (Sep–Nov)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3,500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017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3,080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017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420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$21,840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12%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429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Q4 (Dec–Feb)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6,000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429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5,280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429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720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$37,440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429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12%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B308"/>
                </a:solidFill>
                <a:latin typeface="Calibri"/>
              </a:defRPr>
            </a:pPr>
            <a:r>
              <a:t>YEAR 1 TOTAL REVENUE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114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B308"/>
                </a:solidFill>
                <a:latin typeface="Calibri"/>
              </a:defRPr>
            </a:pPr>
            <a:r>
              <a:t>~$278,000 ARR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663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Assumptions: Blended ARPU $52/mo (50% Pro/$33, 35% Unlimited/$79, 15% Agency/$149). Monthly churn rate: 5%. Growth powered by ambassador program, SEO, and DJ community word-of-mouth.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Month-by-Month Revenue — Q1 &amp;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First 6 months: building the base with aggressive free-tier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NEW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PAID SUBS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MRR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CUM. REV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$208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78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Apr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578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578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2578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578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$728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5786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$936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626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29626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9626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350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9626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626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$1,456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96265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$2,392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346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3467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250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346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600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3467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3467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$2,808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3467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$5,200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730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400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730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730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$5,200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7307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$10,400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Aug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1,500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150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$7,800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$18,200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73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📈 Key milestone: Reach 100 paid subscribers by end of July (Month 5). DJ festival season (Jun–Aug) expected to accelerate signups.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Month-by-Month Revenue — Q3 &amp;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Months 7–12: scaling toward profitability with ambassador-driven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NEW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PAID SUBS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MRR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CUM. REV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945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2,100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$13,104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$31,304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78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578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578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2,750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2578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330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578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$17,160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5786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$48,464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626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29626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9626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3,500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96265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420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626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$21,840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96265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$70,304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346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3467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700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3467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4,200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3467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504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3467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$26,208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3467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$96,512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730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Jan '27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730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730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730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7307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$127,712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Feb '27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4114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6,000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720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$37,440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$165,152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73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🎯 Year 1 total cumulative revenue: ~$165K. MRR exits Year 1 at ~$37K/mo ($449K ARR run-rate).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Infrastructure Costs — Year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All third-party service costs by quarter — includes hosting, AI, payments, email,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YEAR 1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Vercel (Pro)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1945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194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$255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420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Clerk (Auth)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5420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420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420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5420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5420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8950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Turso (Database)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28895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8895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8895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8895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8895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$261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23697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OpenAI API (7 agents)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32369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2369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32369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32369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$350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236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$670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5844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Resend (Email)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5844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35844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35844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35844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3584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$180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3931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Stripe Fees (2.9%+30¢)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$455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$823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39319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$1,438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27939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Plausible (Analytics)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42793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$27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42793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42793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$57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42793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4279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6268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Domains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46268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46268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46268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0" y="46268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46268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97433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Vercel Blob (Storage)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08960" y="49743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49743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49743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0" y="49743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49743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54132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TOTAL INFRA COSTS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54132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4132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$476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35040" y="54132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$933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80" y="54132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$1,531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61120" y="54132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AB308"/>
                </a:solidFill>
                <a:latin typeface="Calibri"/>
              </a:defRPr>
            </a:pPr>
            <a:r>
              <a:t>$3,083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One-Time &amp; Operating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Non-recurring launch costs and ongoing operational expenses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💰 One-Time Launch Costs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Trademark registration (2 classes): $2,500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Provisional patent filing: $3,000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Legal (Terms of Service, Privacy): $1,500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Domain portfolio (extra TLDs): $100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Apple Developer Program: $99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Google Play Console: $25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85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05840" y="39410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Brand / design refresh: $500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970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Penetration testing (if needed Y1): $2,000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53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TOTAL ONE-TIME: ~$9,724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645920"/>
            <a:ext cx="5029200" cy="438912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📋 Ongoing 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Founder salary / draw: $0 (reinvested Y1)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Contractor / freelance support: $0–3,000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Accounting / bookkeeping: $150/mo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Business insurance (E&amp;O): $100/mo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Marketing / ads budget (Q3+): $500–2,000/mo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Community tools (Discord Nitro): $10/mo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85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492240" y="39410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TOTAL OPERATING (YEAR 1): ~$6,000–$24,000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1970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92240" y="4453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NOTE: No full-time hires planned in Year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Projected Profit &amp; Loss — Year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Conservative scenario — $0 founder salary, reinvesting all profit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737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031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$2,392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$15,808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$52,104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$94,848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$165,152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Infrastructure Costs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560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($143)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($476)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($933)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($1,531)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560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($3,083)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077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Stripe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907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29077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($143)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9077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($455)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9077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($823)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9077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($1,438)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2552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One-Time Costs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2552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($9,724)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25526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2552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($9,724)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6027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36027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($1,300)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3602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($2,000)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602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($3,500)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602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($5,200)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36027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($12,000)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0599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0599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($11,184)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0" y="4059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($2,619)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059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($4,888)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059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($7,554)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40599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($26,245)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5171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NET INCOME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451713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($8,792)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7760" y="45171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$13,189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5171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$47,216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5171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$87,294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45171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$138,907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864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NET MARGIN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48646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37760" y="4864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4864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646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92%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4864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  <a:latin typeface="Calibri"/>
              </a:defRPr>
            </a:pPr>
            <a:r>
              <a:t>84%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Break-Even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When does GigLift become self-sustaining?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347472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📉 Fixed Monthly Costs (at 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Vercel Pro: $20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Turso Scaler: $29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Resend Pro: $20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Plausible: $9–19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Accounting: $150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Insurance: $100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85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Domains: ~$3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410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05840" y="41970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TOTAL FIXED: ~$331–341/mo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5029200" cy="347472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Calibri"/>
              </a:defRPr>
            </a:pPr>
            <a:r>
              <a:t>🎯 Break-Even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Blended ARPU: $52/mo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Variable cost per user (AI + Stripe): ~$4.50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Contribution margin per sub: ~$47.50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922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Break-even subs: 341 ÷ 47.50 = ~8 paid subs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92240" y="36850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EXPECTED BREAK-EVEN: Month 1 (March '26)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410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92240" y="41970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Note: Excludes one-time launch costs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4531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Full payback (incl. one-time): Month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💡 GigLift's cost structure is extremely lean. With near-zero marginal costs from the serverless architecture, break-even is achieved with just 8 paying subscribers. The one-time launch costs ($9.7K) are fully paid back by Month 4 from cumulative profits.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Cash Flow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Monthly cash position assuming $0 starting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CASH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CASH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737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CASH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($10,000)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($9,792)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1945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($9,792)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420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420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420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($500)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54203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$228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5420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($9,564)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89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889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$1,456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889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($550)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889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$906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88950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($8,658)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369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2369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$2,808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2369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($600)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2369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$2,208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23697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($6,450)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584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Jul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584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$5,200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584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($700)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584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$4,500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5844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($1,950)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3931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Aug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3931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$7,800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931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($800)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931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$7,000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39319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$5,050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279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279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$13,104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4279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($1,100)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279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$12,004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27939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$17,054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$17,160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($1,300)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$15,860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46268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$32,914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4974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974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$21,840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4974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($1,500)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0" y="4974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$20,340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497433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$53,254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3218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53218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$26,208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54880" y="53218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7171"/>
                </a:solidFill>
                <a:latin typeface="Calibri"/>
              </a:defRPr>
            </a:pPr>
            <a:r>
              <a:t>($1,700)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3218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$24,508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53218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$77,762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806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📌 Cash-positive by Month 6 (August). Maximum cash deficit: ~$9.8K in Month 1. Self-funded with &lt;$10K startup capital.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Revenue Scenarios — Year 1 Exit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Best case, base case, and worst case projections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45720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Calibri"/>
              </a:defRPr>
            </a:pPr>
            <a:r>
              <a:t>🥇 Best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8,000 total users by Month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15% conversion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1,200 paid subscribers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MRR: $62,400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ARR: ~$749K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Year 1 revenue: ~$260K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85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Driven by: viral ambassador program,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strategic partnerships, festival season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645920"/>
            <a:ext cx="3474720" cy="45720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📊 Base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6,000 total users by Month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12% conversion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720 paid subscribers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MRR: $37,440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ARR: ~$449K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Year 1 revenue: ~$165K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3685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4571999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Driven by: organic growth, SEO,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4197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word-of-mouth, ambassador program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8" y="1645920"/>
            <a:ext cx="3474720" cy="45720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8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  <a:latin typeface="Calibri"/>
              </a:defRPr>
            </a:pPr>
            <a:r>
              <a:t>⚠️ Worst 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8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3,000 total users by Month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38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6% conversion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8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180 paid subscribers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8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MRR: $9,360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8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ARR: ~$112K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8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Year 1 revenue: ~$52K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8" y="3685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8321038" y="39410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Still cash-positive after Month 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38" y="41970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Pivot/adjust pricing if needed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Financial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Risk factors ranked by impact and likelihood — with mitigations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7373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LIKELIHOOD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696AA"/>
                </a:solidFill>
                <a:latin typeface="Calibri"/>
              </a:defRPr>
            </a:pPr>
            <a:r>
              <a:t>MITIGATION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Slow user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194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194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Ambassador program, DJ community partnerships, content marketing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High churn rate (&gt;8%/mo)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60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560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Improve onboarding, engagement loops, feature value prop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OpenAI price increase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9260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926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Switch to open-source models (Llama/Mistral) for 80% savings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918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Turso scale jump ($29→$499)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291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91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Monitor usage, optimize queries, consider PlanetScale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576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Market saturation / competitors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657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171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657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First-mover advantage, niche focus on DJs specifically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023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Stripe fee increases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0233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023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Minor impact — pass through to pricing if needed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89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Vercel usage 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43891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3891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ISR/static generation, CDN caching, optimize API calls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C"/>
                </a:solidFill>
                <a:latin typeface="Calibri"/>
              </a:defRPr>
            </a:pPr>
            <a:r>
              <a:t>Regulatory / compliance costs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7548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4754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DE80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7548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696AA"/>
                </a:solidFill>
                <a:latin typeface="Calibri"/>
              </a:defRPr>
            </a:pPr>
            <a:r>
              <a:t>Budget $5K reserve for SOC 2 prep if needed in Y2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Key Metrics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AB308"/>
                </a:solidFill>
                <a:latin typeface="Calibri"/>
              </a:defRPr>
            </a:pPr>
            <a:r>
              <a:t>Financial KPIs and targets for Year 1 — tracked monthly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74720" cy="41148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Calibri"/>
              </a:defRPr>
            </a:pPr>
            <a:r>
              <a:t>💰 Revenue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MRR growth rate: &gt;20% MoM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ARPU: &gt;$50/mo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LTV: &gt;$500 (10+ month retention)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LTV/CAC ratio: &gt;3:1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Net revenue retention: &gt;100%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005840" y="3685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$37K MRR by Month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645920"/>
            <a:ext cx="3474720" cy="41148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📈 Growth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Free-to-paid conversion: &gt;10%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Monthly churn rate: &lt;5%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New signups/month: &gt;500 by 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Activation rate (1st scan): &gt;60%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Ambassador referrals: &gt;30% of signups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4754880" y="3685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6,000 users by Month 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645920"/>
            <a:ext cx="3474720" cy="4114800"/>
          </a:xfrm>
          <a:prstGeom prst="rect">
            <a:avLst/>
          </a:prstGeom>
          <a:solidFill>
            <a:srgbClr val="14142A"/>
          </a:solidFill>
          <a:ln w="12700"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⚙️ Cost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Infra cost as % of revenue: &lt;5%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Cost per user: &lt;$1/mo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OpenAI cost per agent run: &lt;$0.03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CAC (customer acquisition): &lt;$25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Gross margin: &gt;85%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503920" y="36850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Cash-positive by Month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p_slide_bg_17726937448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AB308"/>
                </a:solidFill>
                <a:latin typeface="Calibri"/>
              </a:defRPr>
            </a:pPr>
            <a:r>
              <a:t>Year 1 Financial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AB308"/>
                </a:solidFill>
                <a:latin typeface="Calibri"/>
              </a:defRPr>
            </a:pPr>
            <a:r>
              <a:t>$165K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Year 1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3474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AB308"/>
                </a:solidFill>
                <a:latin typeface="Calibri"/>
              </a:defRPr>
            </a:pPr>
            <a:r>
              <a:t>$139K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Net Income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AB308"/>
                </a:solidFill>
                <a:latin typeface="Calibri"/>
              </a:defRPr>
            </a:pPr>
            <a:r>
              <a:t>84%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Net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474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AB308"/>
                </a:solidFill>
                <a:latin typeface="Calibri"/>
              </a:defRPr>
            </a:pPr>
            <a:r>
              <a:t>Month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Cash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C"/>
                </a:solidFill>
                <a:latin typeface="Calibri"/>
              </a:defRPr>
            </a:pPr>
            <a:r>
              <a:t>Lean infrastructure • Serverless architecture • &lt;$10K startup capital • Self-funding by Month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696AA"/>
                </a:solidFill>
                <a:latin typeface="Calibri"/>
              </a:defRPr>
            </a:pPr>
            <a:r>
              <a:t>All projections as of March 2026. Base case scenario.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